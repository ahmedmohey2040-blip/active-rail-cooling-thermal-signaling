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67" r:id="rId3"/>
    <p:sldId id="268" r:id="rId4"/>
    <p:sldId id="257" r:id="rId5"/>
    <p:sldId id="25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B2C3"/>
    <a:srgbClr val="6BF178"/>
    <a:srgbClr val="8F0F2D"/>
    <a:srgbClr val="AA1236"/>
    <a:srgbClr val="FF99FF"/>
    <a:srgbClr val="F37593"/>
    <a:srgbClr val="1D07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2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led Sahsah" userId="f0fae69c56637853" providerId="LiveId" clId="{C0A957D0-6749-4F0F-B44F-9BA04978232A}"/>
    <pc:docChg chg="undo redo custSel addSld delSld modSld">
      <pc:chgData name="Khaled Sahsah" userId="f0fae69c56637853" providerId="LiveId" clId="{C0A957D0-6749-4F0F-B44F-9BA04978232A}" dt="2026-06-11T12:23:54.615" v="1370" actId="207"/>
      <pc:docMkLst>
        <pc:docMk/>
      </pc:docMkLst>
      <pc:sldChg chg="addSp delSp modSp mod">
        <pc:chgData name="Khaled Sahsah" userId="f0fae69c56637853" providerId="LiveId" clId="{C0A957D0-6749-4F0F-B44F-9BA04978232A}" dt="2026-06-11T12:20:39.324" v="1324" actId="207"/>
        <pc:sldMkLst>
          <pc:docMk/>
          <pc:sldMk cId="0" sldId="257"/>
        </pc:sldMkLst>
        <pc:spChg chg="add mod">
          <ac:chgData name="Khaled Sahsah" userId="f0fae69c56637853" providerId="LiveId" clId="{C0A957D0-6749-4F0F-B44F-9BA04978232A}" dt="2026-06-11T11:31:55.935" v="378"/>
          <ac:spMkLst>
            <pc:docMk/>
            <pc:sldMk cId="0" sldId="257"/>
            <ac:spMk id="2" creationId="{C58BB3D5-89F9-4E5A-029E-08808CFB6C63}"/>
          </ac:spMkLst>
        </pc:spChg>
        <pc:spChg chg="add mod">
          <ac:chgData name="Khaled Sahsah" userId="f0fae69c56637853" providerId="LiveId" clId="{C0A957D0-6749-4F0F-B44F-9BA04978232A}" dt="2026-06-11T11:31:55.935" v="378"/>
          <ac:spMkLst>
            <pc:docMk/>
            <pc:sldMk cId="0" sldId="257"/>
            <ac:spMk id="3" creationId="{6D6BEFB3-4221-264E-F6D9-7D3AD6F9DDFB}"/>
          </ac:spMkLst>
        </pc:spChg>
        <pc:spChg chg="add mod">
          <ac:chgData name="Khaled Sahsah" userId="f0fae69c56637853" providerId="LiveId" clId="{C0A957D0-6749-4F0F-B44F-9BA04978232A}" dt="2026-06-11T11:31:55.935" v="378"/>
          <ac:spMkLst>
            <pc:docMk/>
            <pc:sldMk cId="0" sldId="257"/>
            <ac:spMk id="5" creationId="{E4EC2AC2-7EC9-DA53-DF43-31DBAD5BF152}"/>
          </ac:spMkLst>
        </pc:spChg>
        <pc:spChg chg="add mod">
          <ac:chgData name="Khaled Sahsah" userId="f0fae69c56637853" providerId="LiveId" clId="{C0A957D0-6749-4F0F-B44F-9BA04978232A}" dt="2026-06-11T11:31:55.935" v="378"/>
          <ac:spMkLst>
            <pc:docMk/>
            <pc:sldMk cId="0" sldId="257"/>
            <ac:spMk id="6" creationId="{5C5459F2-4DA9-FC87-2B5D-23F6420BF92D}"/>
          </ac:spMkLst>
        </pc:spChg>
        <pc:spChg chg="add mod">
          <ac:chgData name="Khaled Sahsah" userId="f0fae69c56637853" providerId="LiveId" clId="{C0A957D0-6749-4F0F-B44F-9BA04978232A}" dt="2026-06-11T11:31:55.935" v="378"/>
          <ac:spMkLst>
            <pc:docMk/>
            <pc:sldMk cId="0" sldId="257"/>
            <ac:spMk id="7" creationId="{7DAFDEA9-5F3C-CAD8-BE0A-616392AE4C85}"/>
          </ac:spMkLst>
        </pc:spChg>
        <pc:spChg chg="add mod">
          <ac:chgData name="Khaled Sahsah" userId="f0fae69c56637853" providerId="LiveId" clId="{C0A957D0-6749-4F0F-B44F-9BA04978232A}" dt="2026-06-11T11:31:55.935" v="378"/>
          <ac:spMkLst>
            <pc:docMk/>
            <pc:sldMk cId="0" sldId="257"/>
            <ac:spMk id="8" creationId="{8CDF4763-1C66-45C8-45F1-92B6E397F330}"/>
          </ac:spMkLst>
        </pc:spChg>
        <pc:spChg chg="add mod">
          <ac:chgData name="Khaled Sahsah" userId="f0fae69c56637853" providerId="LiveId" clId="{C0A957D0-6749-4F0F-B44F-9BA04978232A}" dt="2026-06-11T11:36:05.961" v="420" actId="14100"/>
          <ac:spMkLst>
            <pc:docMk/>
            <pc:sldMk cId="0" sldId="257"/>
            <ac:spMk id="13" creationId="{11E568C6-33B5-C659-32A4-8F8763434877}"/>
          </ac:spMkLst>
        </pc:spChg>
        <pc:spChg chg="add mod">
          <ac:chgData name="Khaled Sahsah" userId="f0fae69c56637853" providerId="LiveId" clId="{C0A957D0-6749-4F0F-B44F-9BA04978232A}" dt="2026-06-11T12:02:43.599" v="1021" actId="14100"/>
          <ac:spMkLst>
            <pc:docMk/>
            <pc:sldMk cId="0" sldId="257"/>
            <ac:spMk id="14" creationId="{C2BDA151-FD2B-4B6D-61A4-3DD5A57C0581}"/>
          </ac:spMkLst>
        </pc:spChg>
        <pc:spChg chg="add mod">
          <ac:chgData name="Khaled Sahsah" userId="f0fae69c56637853" providerId="LiveId" clId="{C0A957D0-6749-4F0F-B44F-9BA04978232A}" dt="2026-06-11T12:02:35.866" v="1019" actId="14100"/>
          <ac:spMkLst>
            <pc:docMk/>
            <pc:sldMk cId="0" sldId="257"/>
            <ac:spMk id="15" creationId="{1AD37FEF-C5B7-9388-C6BD-3AA1F00FBDE6}"/>
          </ac:spMkLst>
        </pc:spChg>
        <pc:spChg chg="add mod">
          <ac:chgData name="Khaled Sahsah" userId="f0fae69c56637853" providerId="LiveId" clId="{C0A957D0-6749-4F0F-B44F-9BA04978232A}" dt="2026-06-11T11:35:53.678" v="417" actId="14100"/>
          <ac:spMkLst>
            <pc:docMk/>
            <pc:sldMk cId="0" sldId="257"/>
            <ac:spMk id="16" creationId="{1E34F328-CCBC-C1D7-7BAD-0F7BA5914900}"/>
          </ac:spMkLst>
        </pc:spChg>
        <pc:spChg chg="add mod">
          <ac:chgData name="Khaled Sahsah" userId="f0fae69c56637853" providerId="LiveId" clId="{C0A957D0-6749-4F0F-B44F-9BA04978232A}" dt="2026-06-11T11:36:47.811" v="433" actId="1076"/>
          <ac:spMkLst>
            <pc:docMk/>
            <pc:sldMk cId="0" sldId="257"/>
            <ac:spMk id="17" creationId="{64E93FFF-0246-96F3-F6E0-8363C890184D}"/>
          </ac:spMkLst>
        </pc:spChg>
        <pc:spChg chg="add del mod">
          <ac:chgData name="Khaled Sahsah" userId="f0fae69c56637853" providerId="LiveId" clId="{C0A957D0-6749-4F0F-B44F-9BA04978232A}" dt="2026-06-11T12:13:33.922" v="1146" actId="478"/>
          <ac:spMkLst>
            <pc:docMk/>
            <pc:sldMk cId="0" sldId="257"/>
            <ac:spMk id="18" creationId="{B307A0AA-749B-CBA9-A0DF-ACD71EA363BB}"/>
          </ac:spMkLst>
        </pc:spChg>
        <pc:spChg chg="add mod">
          <ac:chgData name="Khaled Sahsah" userId="f0fae69c56637853" providerId="LiveId" clId="{C0A957D0-6749-4F0F-B44F-9BA04978232A}" dt="2026-06-11T12:20:39.324" v="1324" actId="207"/>
          <ac:spMkLst>
            <pc:docMk/>
            <pc:sldMk cId="0" sldId="257"/>
            <ac:spMk id="20" creationId="{673ACE1C-73BA-06E6-1829-AC2436AD2896}"/>
          </ac:spMkLst>
        </pc:spChg>
      </pc:sldChg>
      <pc:sldChg chg="addSp modSp mod">
        <pc:chgData name="Khaled Sahsah" userId="f0fae69c56637853" providerId="LiveId" clId="{C0A957D0-6749-4F0F-B44F-9BA04978232A}" dt="2026-06-11T12:15:59.143" v="1181" actId="1035"/>
        <pc:sldMkLst>
          <pc:docMk/>
          <pc:sldMk cId="0" sldId="258"/>
        </pc:sldMkLst>
        <pc:spChg chg="mod">
          <ac:chgData name="Khaled Sahsah" userId="f0fae69c56637853" providerId="LiveId" clId="{C0A957D0-6749-4F0F-B44F-9BA04978232A}" dt="2026-06-11T11:43:22.205" v="728" actId="207"/>
          <ac:spMkLst>
            <pc:docMk/>
            <pc:sldMk cId="0" sldId="258"/>
            <ac:spMk id="3" creationId="{CDE93B98-1951-E6B8-5EC4-823AC7FC40CA}"/>
          </ac:spMkLst>
        </pc:spChg>
        <pc:spChg chg="mod ord">
          <ac:chgData name="Khaled Sahsah" userId="f0fae69c56637853" providerId="LiveId" clId="{C0A957D0-6749-4F0F-B44F-9BA04978232A}" dt="2026-06-11T12:15:59.143" v="1181" actId="1035"/>
          <ac:spMkLst>
            <pc:docMk/>
            <pc:sldMk cId="0" sldId="258"/>
            <ac:spMk id="4" creationId="{63B088E7-BFB7-A3B3-9EDC-B385B73AD902}"/>
          </ac:spMkLst>
        </pc:spChg>
        <pc:spChg chg="mod">
          <ac:chgData name="Khaled Sahsah" userId="f0fae69c56637853" providerId="LiveId" clId="{C0A957D0-6749-4F0F-B44F-9BA04978232A}" dt="2026-06-11T11:43:22.205" v="728" actId="207"/>
          <ac:spMkLst>
            <pc:docMk/>
            <pc:sldMk cId="0" sldId="258"/>
            <ac:spMk id="6" creationId="{1B521939-ACAC-A9E6-8A1F-1B1986DDC354}"/>
          </ac:spMkLst>
        </pc:spChg>
        <pc:spChg chg="mod">
          <ac:chgData name="Khaled Sahsah" userId="f0fae69c56637853" providerId="LiveId" clId="{C0A957D0-6749-4F0F-B44F-9BA04978232A}" dt="2026-06-11T11:43:17.207" v="727" actId="207"/>
          <ac:spMkLst>
            <pc:docMk/>
            <pc:sldMk cId="0" sldId="258"/>
            <ac:spMk id="8" creationId="{194ACA6D-A7FE-1E5A-71EB-2F0B261F3D80}"/>
          </ac:spMkLst>
        </pc:spChg>
        <pc:spChg chg="mod">
          <ac:chgData name="Khaled Sahsah" userId="f0fae69c56637853" providerId="LiveId" clId="{C0A957D0-6749-4F0F-B44F-9BA04978232A}" dt="2026-06-11T11:43:17.207" v="727" actId="207"/>
          <ac:spMkLst>
            <pc:docMk/>
            <pc:sldMk cId="0" sldId="258"/>
            <ac:spMk id="9" creationId="{9CE83DBF-2D8E-A560-C63D-9A7BBA00EC76}"/>
          </ac:spMkLst>
        </pc:spChg>
        <pc:spChg chg="mod">
          <ac:chgData name="Khaled Sahsah" userId="f0fae69c56637853" providerId="LiveId" clId="{C0A957D0-6749-4F0F-B44F-9BA04978232A}" dt="2026-06-11T12:15:22.963" v="1168" actId="1076"/>
          <ac:spMkLst>
            <pc:docMk/>
            <pc:sldMk cId="0" sldId="258"/>
            <ac:spMk id="12" creationId="{7F3BC701-9A28-33BA-0BA3-BD1732E800B0}"/>
          </ac:spMkLst>
        </pc:spChg>
        <pc:grpChg chg="add mod ord">
          <ac:chgData name="Khaled Sahsah" userId="f0fae69c56637853" providerId="LiveId" clId="{C0A957D0-6749-4F0F-B44F-9BA04978232A}" dt="2026-06-11T12:15:28.493" v="1170" actId="167"/>
          <ac:grpSpMkLst>
            <pc:docMk/>
            <pc:sldMk cId="0" sldId="258"/>
            <ac:grpSpMk id="2" creationId="{D3FD44EF-0628-E28A-4542-4E63BF41A51B}"/>
          </ac:grpSpMkLst>
        </pc:grpChg>
        <pc:grpChg chg="add mod">
          <ac:chgData name="Khaled Sahsah" userId="f0fae69c56637853" providerId="LiveId" clId="{C0A957D0-6749-4F0F-B44F-9BA04978232A}" dt="2026-06-11T11:43:17.207" v="727" actId="207"/>
          <ac:grpSpMkLst>
            <pc:docMk/>
            <pc:sldMk cId="0" sldId="258"/>
            <ac:grpSpMk id="7" creationId="{487B4843-2336-D3D1-E842-64ABE5E90B6B}"/>
          </ac:grpSpMkLst>
        </pc:grpChg>
        <pc:graphicFrameChg chg="modGraphic">
          <ac:chgData name="Khaled Sahsah" userId="f0fae69c56637853" providerId="LiveId" clId="{C0A957D0-6749-4F0F-B44F-9BA04978232A}" dt="2026-06-11T11:47:48.728" v="746" actId="207"/>
          <ac:graphicFrameMkLst>
            <pc:docMk/>
            <pc:sldMk cId="0" sldId="258"/>
            <ac:graphicFrameMk id="11" creationId="{87450847-B682-3096-5DF2-5A8593CDEC54}"/>
          </ac:graphicFrameMkLst>
        </pc:graphicFrameChg>
      </pc:sldChg>
      <pc:sldChg chg="addSp modSp mod">
        <pc:chgData name="Khaled Sahsah" userId="f0fae69c56637853" providerId="LiveId" clId="{C0A957D0-6749-4F0F-B44F-9BA04978232A}" dt="2026-06-10T13:33:59.589" v="193" actId="20577"/>
        <pc:sldMkLst>
          <pc:docMk/>
          <pc:sldMk cId="4050051880" sldId="266"/>
        </pc:sldMkLst>
        <pc:spChg chg="mod">
          <ac:chgData name="Khaled Sahsah" userId="f0fae69c56637853" providerId="LiveId" clId="{C0A957D0-6749-4F0F-B44F-9BA04978232A}" dt="2026-06-10T13:22:11.964" v="73" actId="20578"/>
          <ac:spMkLst>
            <pc:docMk/>
            <pc:sldMk cId="4050051880" sldId="266"/>
            <ac:spMk id="2" creationId="{AAF96BAA-067B-4651-DCEE-86AB0C330D21}"/>
          </ac:spMkLst>
        </pc:spChg>
        <pc:spChg chg="add mod">
          <ac:chgData name="Khaled Sahsah" userId="f0fae69c56637853" providerId="LiveId" clId="{C0A957D0-6749-4F0F-B44F-9BA04978232A}" dt="2026-06-10T13:33:08.466" v="184" actId="207"/>
          <ac:spMkLst>
            <pc:docMk/>
            <pc:sldMk cId="4050051880" sldId="266"/>
            <ac:spMk id="3" creationId="{3E1901F9-CC38-BE19-D9A8-DCF7F99C7F3C}"/>
          </ac:spMkLst>
        </pc:spChg>
        <pc:spChg chg="mod">
          <ac:chgData name="Khaled Sahsah" userId="f0fae69c56637853" providerId="LiveId" clId="{C0A957D0-6749-4F0F-B44F-9BA04978232A}" dt="2026-06-10T13:31:19.042" v="182" actId="113"/>
          <ac:spMkLst>
            <pc:docMk/>
            <pc:sldMk cId="4050051880" sldId="266"/>
            <ac:spMk id="5" creationId="{9DE94A83-5ED7-EB04-33AC-26C035FCEBBE}"/>
          </ac:spMkLst>
        </pc:spChg>
        <pc:spChg chg="mod">
          <ac:chgData name="Khaled Sahsah" userId="f0fae69c56637853" providerId="LiveId" clId="{C0A957D0-6749-4F0F-B44F-9BA04978232A}" dt="2026-06-10T13:33:59.589" v="193" actId="20577"/>
          <ac:spMkLst>
            <pc:docMk/>
            <pc:sldMk cId="4050051880" sldId="266"/>
            <ac:spMk id="8" creationId="{C8C31DD2-2461-C7FF-15CA-B4FB7DF44FC1}"/>
          </ac:spMkLst>
        </pc:spChg>
        <pc:spChg chg="mod">
          <ac:chgData name="Khaled Sahsah" userId="f0fae69c56637853" providerId="LiveId" clId="{C0A957D0-6749-4F0F-B44F-9BA04978232A}" dt="2026-06-10T13:31:16.427" v="180" actId="1038"/>
          <ac:spMkLst>
            <pc:docMk/>
            <pc:sldMk cId="4050051880" sldId="266"/>
            <ac:spMk id="9" creationId="{66E71A00-AD4B-29D3-01D9-ACCF5AEE881F}"/>
          </ac:spMkLst>
        </pc:spChg>
        <pc:spChg chg="add">
          <ac:chgData name="Khaled Sahsah" userId="f0fae69c56637853" providerId="LiveId" clId="{C0A957D0-6749-4F0F-B44F-9BA04978232A}" dt="2026-06-10T13:27:02.693" v="164"/>
          <ac:spMkLst>
            <pc:docMk/>
            <pc:sldMk cId="4050051880" sldId="266"/>
            <ac:spMk id="11" creationId="{5A4DE51C-701C-FECB-892D-37B72EA18787}"/>
          </ac:spMkLst>
        </pc:spChg>
        <pc:spChg chg="add">
          <ac:chgData name="Khaled Sahsah" userId="f0fae69c56637853" providerId="LiveId" clId="{C0A957D0-6749-4F0F-B44F-9BA04978232A}" dt="2026-06-10T13:28:02.026" v="168"/>
          <ac:spMkLst>
            <pc:docMk/>
            <pc:sldMk cId="4050051880" sldId="266"/>
            <ac:spMk id="12" creationId="{7ABE3EE9-BF13-0670-5805-1A629D059DC7}"/>
          </ac:spMkLst>
        </pc:spChg>
        <pc:picChg chg="add mod">
          <ac:chgData name="Khaled Sahsah" userId="f0fae69c56637853" providerId="LiveId" clId="{C0A957D0-6749-4F0F-B44F-9BA04978232A}" dt="2026-06-10T13:23:43.575" v="88" actId="1038"/>
          <ac:picMkLst>
            <pc:docMk/>
            <pc:sldMk cId="4050051880" sldId="266"/>
            <ac:picMk id="10" creationId="{3F5957E9-CBB3-A15F-2B5D-537F69F19488}"/>
          </ac:picMkLst>
        </pc:picChg>
      </pc:sldChg>
      <pc:sldChg chg="addSp delSp modSp mod">
        <pc:chgData name="Khaled Sahsah" userId="f0fae69c56637853" providerId="LiveId" clId="{C0A957D0-6749-4F0F-B44F-9BA04978232A}" dt="2026-06-11T12:20:48.494" v="1326" actId="207"/>
        <pc:sldMkLst>
          <pc:docMk/>
          <pc:sldMk cId="2502294031" sldId="267"/>
        </pc:sldMkLst>
        <pc:spChg chg="add mod">
          <ac:chgData name="Khaled Sahsah" userId="f0fae69c56637853" providerId="LiveId" clId="{C0A957D0-6749-4F0F-B44F-9BA04978232A}" dt="2026-06-10T13:27:08.798" v="167" actId="1076"/>
          <ac:spMkLst>
            <pc:docMk/>
            <pc:sldMk cId="2502294031" sldId="267"/>
            <ac:spMk id="2" creationId="{6912F60D-2C23-D89E-900F-F3864668518E}"/>
          </ac:spMkLst>
        </pc:spChg>
        <pc:spChg chg="mod">
          <ac:chgData name="Khaled Sahsah" userId="f0fae69c56637853" providerId="LiveId" clId="{C0A957D0-6749-4F0F-B44F-9BA04978232A}" dt="2026-06-11T11:22:08.860" v="194"/>
          <ac:spMkLst>
            <pc:docMk/>
            <pc:sldMk cId="2502294031" sldId="267"/>
            <ac:spMk id="3" creationId="{DBF6F27B-9F17-DB92-178D-A35AB313B891}"/>
          </ac:spMkLst>
        </pc:spChg>
        <pc:spChg chg="mod">
          <ac:chgData name="Khaled Sahsah" userId="f0fae69c56637853" providerId="LiveId" clId="{C0A957D0-6749-4F0F-B44F-9BA04978232A}" dt="2026-06-11T12:20:48.494" v="1326" actId="207"/>
          <ac:spMkLst>
            <pc:docMk/>
            <pc:sldMk cId="2502294031" sldId="267"/>
            <ac:spMk id="4" creationId="{D50A0D4F-97AE-2A0B-6991-C09DDB089021}"/>
          </ac:spMkLst>
        </pc:spChg>
        <pc:spChg chg="mod">
          <ac:chgData name="Khaled Sahsah" userId="f0fae69c56637853" providerId="LiveId" clId="{C0A957D0-6749-4F0F-B44F-9BA04978232A}" dt="2026-06-11T11:22:08.860" v="194"/>
          <ac:spMkLst>
            <pc:docMk/>
            <pc:sldMk cId="2502294031" sldId="267"/>
            <ac:spMk id="6" creationId="{2220BE92-C384-1A2C-C60D-78824CCD3B54}"/>
          </ac:spMkLst>
        </pc:spChg>
        <pc:spChg chg="mod">
          <ac:chgData name="Khaled Sahsah" userId="f0fae69c56637853" providerId="LiveId" clId="{C0A957D0-6749-4F0F-B44F-9BA04978232A}" dt="2026-06-11T11:22:08.860" v="194"/>
          <ac:spMkLst>
            <pc:docMk/>
            <pc:sldMk cId="2502294031" sldId="267"/>
            <ac:spMk id="10" creationId="{9AB443B2-AB62-A476-B40B-ECC5028EE300}"/>
          </ac:spMkLst>
        </pc:spChg>
        <pc:spChg chg="mod">
          <ac:chgData name="Khaled Sahsah" userId="f0fae69c56637853" providerId="LiveId" clId="{C0A957D0-6749-4F0F-B44F-9BA04978232A}" dt="2026-06-11T11:22:08.860" v="194"/>
          <ac:spMkLst>
            <pc:docMk/>
            <pc:sldMk cId="2502294031" sldId="267"/>
            <ac:spMk id="11" creationId="{9C68C9C0-882E-272D-EC35-F33991A3A454}"/>
          </ac:spMkLst>
        </pc:spChg>
        <pc:spChg chg="mod">
          <ac:chgData name="Khaled Sahsah" userId="f0fae69c56637853" providerId="LiveId" clId="{C0A957D0-6749-4F0F-B44F-9BA04978232A}" dt="2026-06-11T11:22:21.576" v="195"/>
          <ac:spMkLst>
            <pc:docMk/>
            <pc:sldMk cId="2502294031" sldId="267"/>
            <ac:spMk id="13" creationId="{44DA98ED-CB16-EE58-4E81-F1C75FA77203}"/>
          </ac:spMkLst>
        </pc:spChg>
        <pc:spChg chg="mod">
          <ac:chgData name="Khaled Sahsah" userId="f0fae69c56637853" providerId="LiveId" clId="{C0A957D0-6749-4F0F-B44F-9BA04978232A}" dt="2026-06-11T11:22:21.576" v="195"/>
          <ac:spMkLst>
            <pc:docMk/>
            <pc:sldMk cId="2502294031" sldId="267"/>
            <ac:spMk id="14" creationId="{9721DB9E-C4A2-AF57-891D-0EBB412F7419}"/>
          </ac:spMkLst>
        </pc:spChg>
        <pc:spChg chg="mod">
          <ac:chgData name="Khaled Sahsah" userId="f0fae69c56637853" providerId="LiveId" clId="{C0A957D0-6749-4F0F-B44F-9BA04978232A}" dt="2026-06-11T11:22:21.576" v="195"/>
          <ac:spMkLst>
            <pc:docMk/>
            <pc:sldMk cId="2502294031" sldId="267"/>
            <ac:spMk id="16" creationId="{C1EF4D9F-F076-DEFB-0E78-36C2B9465B62}"/>
          </ac:spMkLst>
        </pc:spChg>
        <pc:spChg chg="mod">
          <ac:chgData name="Khaled Sahsah" userId="f0fae69c56637853" providerId="LiveId" clId="{C0A957D0-6749-4F0F-B44F-9BA04978232A}" dt="2026-06-11T11:22:21.576" v="195"/>
          <ac:spMkLst>
            <pc:docMk/>
            <pc:sldMk cId="2502294031" sldId="267"/>
            <ac:spMk id="17" creationId="{E4AE332A-32E1-FBCC-D7C8-AC1C04772A4C}"/>
          </ac:spMkLst>
        </pc:spChg>
        <pc:spChg chg="mod">
          <ac:chgData name="Khaled Sahsah" userId="f0fae69c56637853" providerId="LiveId" clId="{C0A957D0-6749-4F0F-B44F-9BA04978232A}" dt="2026-06-11T11:22:44.563" v="196"/>
          <ac:spMkLst>
            <pc:docMk/>
            <pc:sldMk cId="2502294031" sldId="267"/>
            <ac:spMk id="19" creationId="{C3D1897D-E084-7C7F-479A-E92CBAC1F2A9}"/>
          </ac:spMkLst>
        </pc:spChg>
        <pc:spChg chg="mod">
          <ac:chgData name="Khaled Sahsah" userId="f0fae69c56637853" providerId="LiveId" clId="{C0A957D0-6749-4F0F-B44F-9BA04978232A}" dt="2026-06-11T11:22:44.563" v="196"/>
          <ac:spMkLst>
            <pc:docMk/>
            <pc:sldMk cId="2502294031" sldId="267"/>
            <ac:spMk id="20" creationId="{C5F22163-98D3-6DEB-535E-B3E45FC38292}"/>
          </ac:spMkLst>
        </pc:spChg>
        <pc:spChg chg="mod topLvl">
          <ac:chgData name="Khaled Sahsah" userId="f0fae69c56637853" providerId="LiveId" clId="{C0A957D0-6749-4F0F-B44F-9BA04978232A}" dt="2026-06-11T11:27:33.881" v="351" actId="478"/>
          <ac:spMkLst>
            <pc:docMk/>
            <pc:sldMk cId="2502294031" sldId="267"/>
            <ac:spMk id="22" creationId="{A26F05D8-EB98-9C10-949E-C4D771AFB22C}"/>
          </ac:spMkLst>
        </pc:spChg>
        <pc:spChg chg="del mod topLvl">
          <ac:chgData name="Khaled Sahsah" userId="f0fae69c56637853" providerId="LiveId" clId="{C0A957D0-6749-4F0F-B44F-9BA04978232A}" dt="2026-06-11T11:27:33.881" v="351" actId="478"/>
          <ac:spMkLst>
            <pc:docMk/>
            <pc:sldMk cId="2502294031" sldId="267"/>
            <ac:spMk id="23" creationId="{E6D7A6C5-BAF4-06CC-C506-69B231AA25D5}"/>
          </ac:spMkLst>
        </pc:spChg>
        <pc:spChg chg="mod topLvl">
          <ac:chgData name="Khaled Sahsah" userId="f0fae69c56637853" providerId="LiveId" clId="{C0A957D0-6749-4F0F-B44F-9BA04978232A}" dt="2026-06-11T11:27:28.508" v="349" actId="478"/>
          <ac:spMkLst>
            <pc:docMk/>
            <pc:sldMk cId="2502294031" sldId="267"/>
            <ac:spMk id="25" creationId="{61748D17-240A-FC81-62EF-7D181E3183CF}"/>
          </ac:spMkLst>
        </pc:spChg>
        <pc:spChg chg="del mod topLvl">
          <ac:chgData name="Khaled Sahsah" userId="f0fae69c56637853" providerId="LiveId" clId="{C0A957D0-6749-4F0F-B44F-9BA04978232A}" dt="2026-06-11T11:27:28.508" v="349" actId="478"/>
          <ac:spMkLst>
            <pc:docMk/>
            <pc:sldMk cId="2502294031" sldId="267"/>
            <ac:spMk id="26" creationId="{90AF9087-BE6E-E351-991C-D39CC884A414}"/>
          </ac:spMkLst>
        </pc:spChg>
        <pc:spChg chg="add mod">
          <ac:chgData name="Khaled Sahsah" userId="f0fae69c56637853" providerId="LiveId" clId="{C0A957D0-6749-4F0F-B44F-9BA04978232A}" dt="2026-06-11T12:11:07.313" v="1121"/>
          <ac:spMkLst>
            <pc:docMk/>
            <pc:sldMk cId="2502294031" sldId="267"/>
            <ac:spMk id="27" creationId="{09DA787F-7969-6533-B331-9856DD85250D}"/>
          </ac:spMkLst>
        </pc:spChg>
        <pc:grpChg chg="add mod">
          <ac:chgData name="Khaled Sahsah" userId="f0fae69c56637853" providerId="LiveId" clId="{C0A957D0-6749-4F0F-B44F-9BA04978232A}" dt="2026-06-11T11:22:08.860" v="194"/>
          <ac:grpSpMkLst>
            <pc:docMk/>
            <pc:sldMk cId="2502294031" sldId="267"/>
            <ac:grpSpMk id="2" creationId="{395D9F01-3021-1223-D183-832A990A9721}"/>
          </ac:grpSpMkLst>
        </pc:grpChg>
        <pc:grpChg chg="add mod">
          <ac:chgData name="Khaled Sahsah" userId="f0fae69c56637853" providerId="LiveId" clId="{C0A957D0-6749-4F0F-B44F-9BA04978232A}" dt="2026-06-11T11:22:08.860" v="194"/>
          <ac:grpSpMkLst>
            <pc:docMk/>
            <pc:sldMk cId="2502294031" sldId="267"/>
            <ac:grpSpMk id="9" creationId="{41CF34E5-AD80-1CAD-AF45-B18F3A29916B}"/>
          </ac:grpSpMkLst>
        </pc:grpChg>
        <pc:grpChg chg="add mod">
          <ac:chgData name="Khaled Sahsah" userId="f0fae69c56637853" providerId="LiveId" clId="{C0A957D0-6749-4F0F-B44F-9BA04978232A}" dt="2026-06-11T11:22:21.576" v="195"/>
          <ac:grpSpMkLst>
            <pc:docMk/>
            <pc:sldMk cId="2502294031" sldId="267"/>
            <ac:grpSpMk id="12" creationId="{61DA401E-A524-C5F7-BA33-CEAC1F979135}"/>
          </ac:grpSpMkLst>
        </pc:grpChg>
        <pc:grpChg chg="add mod">
          <ac:chgData name="Khaled Sahsah" userId="f0fae69c56637853" providerId="LiveId" clId="{C0A957D0-6749-4F0F-B44F-9BA04978232A}" dt="2026-06-11T11:22:21.576" v="195"/>
          <ac:grpSpMkLst>
            <pc:docMk/>
            <pc:sldMk cId="2502294031" sldId="267"/>
            <ac:grpSpMk id="15" creationId="{9EBE759C-BEF3-9836-4431-EB7AD53312D0}"/>
          </ac:grpSpMkLst>
        </pc:grpChg>
        <pc:grpChg chg="add mod">
          <ac:chgData name="Khaled Sahsah" userId="f0fae69c56637853" providerId="LiveId" clId="{C0A957D0-6749-4F0F-B44F-9BA04978232A}" dt="2026-06-11T11:22:44.563" v="196"/>
          <ac:grpSpMkLst>
            <pc:docMk/>
            <pc:sldMk cId="2502294031" sldId="267"/>
            <ac:grpSpMk id="18" creationId="{1B814A16-F78D-657E-CC74-DB47F4698F5E}"/>
          </ac:grpSpMkLst>
        </pc:grpChg>
        <pc:grpChg chg="add del mod">
          <ac:chgData name="Khaled Sahsah" userId="f0fae69c56637853" providerId="LiveId" clId="{C0A957D0-6749-4F0F-B44F-9BA04978232A}" dt="2026-06-11T11:27:33.881" v="351" actId="478"/>
          <ac:grpSpMkLst>
            <pc:docMk/>
            <pc:sldMk cId="2502294031" sldId="267"/>
            <ac:grpSpMk id="21" creationId="{62AB4872-DCE7-E5BB-2DFA-D1632DA018BE}"/>
          </ac:grpSpMkLst>
        </pc:grpChg>
        <pc:grpChg chg="add del mod">
          <ac:chgData name="Khaled Sahsah" userId="f0fae69c56637853" providerId="LiveId" clId="{C0A957D0-6749-4F0F-B44F-9BA04978232A}" dt="2026-06-11T11:27:28.508" v="349" actId="478"/>
          <ac:grpSpMkLst>
            <pc:docMk/>
            <pc:sldMk cId="2502294031" sldId="267"/>
            <ac:grpSpMk id="24" creationId="{F85DB439-D386-520A-515E-DF45A88669EC}"/>
          </ac:grpSpMkLst>
        </pc:grpChg>
        <pc:graphicFrameChg chg="mod modGraphic">
          <ac:chgData name="Khaled Sahsah" userId="f0fae69c56637853" providerId="LiveId" clId="{C0A957D0-6749-4F0F-B44F-9BA04978232A}" dt="2026-06-11T11:27:52.877" v="353" actId="1037"/>
          <ac:graphicFrameMkLst>
            <pc:docMk/>
            <pc:sldMk cId="2502294031" sldId="267"/>
            <ac:graphicFrameMk id="7" creationId="{C4DC04ED-7AD0-CD59-E57F-325948C59039}"/>
          </ac:graphicFrameMkLst>
        </pc:graphicFrameChg>
      </pc:sldChg>
      <pc:sldChg chg="addSp delSp modSp mod">
        <pc:chgData name="Khaled Sahsah" userId="f0fae69c56637853" providerId="LiveId" clId="{C0A957D0-6749-4F0F-B44F-9BA04978232A}" dt="2026-06-11T12:20:44.198" v="1325" actId="207"/>
        <pc:sldMkLst>
          <pc:docMk/>
          <pc:sldMk cId="2303450346" sldId="268"/>
        </pc:sldMkLst>
        <pc:spChg chg="add mod">
          <ac:chgData name="Khaled Sahsah" userId="f0fae69c56637853" providerId="LiveId" clId="{C0A957D0-6749-4F0F-B44F-9BA04978232A}" dt="2026-06-11T11:28:29.475" v="354"/>
          <ac:spMkLst>
            <pc:docMk/>
            <pc:sldMk cId="2303450346" sldId="268"/>
            <ac:spMk id="2" creationId="{6DEFE2E2-6D1E-C580-F742-B73BFA7E5842}"/>
          </ac:spMkLst>
        </pc:spChg>
        <pc:spChg chg="add mod">
          <ac:chgData name="Khaled Sahsah" userId="f0fae69c56637853" providerId="LiveId" clId="{C0A957D0-6749-4F0F-B44F-9BA04978232A}" dt="2026-06-11T11:28:29.475" v="354"/>
          <ac:spMkLst>
            <pc:docMk/>
            <pc:sldMk cId="2303450346" sldId="268"/>
            <ac:spMk id="3" creationId="{3D917192-A622-B6D7-A783-DE71A92CEF7E}"/>
          </ac:spMkLst>
        </pc:spChg>
        <pc:spChg chg="mod">
          <ac:chgData name="Khaled Sahsah" userId="f0fae69c56637853" providerId="LiveId" clId="{C0A957D0-6749-4F0F-B44F-9BA04978232A}" dt="2026-06-11T12:20:44.198" v="1325" actId="207"/>
          <ac:spMkLst>
            <pc:docMk/>
            <pc:sldMk cId="2303450346" sldId="268"/>
            <ac:spMk id="4" creationId="{C1F0227F-D16D-B754-09CE-2FE3D8F8F2AD}"/>
          </ac:spMkLst>
        </pc:spChg>
        <pc:spChg chg="add mod">
          <ac:chgData name="Khaled Sahsah" userId="f0fae69c56637853" providerId="LiveId" clId="{C0A957D0-6749-4F0F-B44F-9BA04978232A}" dt="2026-06-11T11:29:20.361" v="361" actId="1076"/>
          <ac:spMkLst>
            <pc:docMk/>
            <pc:sldMk cId="2303450346" sldId="268"/>
            <ac:spMk id="5" creationId="{1B7E0B35-EA7E-8FAE-7DE2-03607FD79E3F}"/>
          </ac:spMkLst>
        </pc:spChg>
        <pc:spChg chg="add del mod">
          <ac:chgData name="Khaled Sahsah" userId="f0fae69c56637853" providerId="LiveId" clId="{C0A957D0-6749-4F0F-B44F-9BA04978232A}" dt="2026-06-11T11:29:37.382" v="365" actId="478"/>
          <ac:spMkLst>
            <pc:docMk/>
            <pc:sldMk cId="2303450346" sldId="268"/>
            <ac:spMk id="6" creationId="{F4CD9D17-3D52-4FD5-0BAE-B156574B25F0}"/>
          </ac:spMkLst>
        </pc:spChg>
        <pc:spChg chg="add del mod">
          <ac:chgData name="Khaled Sahsah" userId="f0fae69c56637853" providerId="LiveId" clId="{C0A957D0-6749-4F0F-B44F-9BA04978232A}" dt="2026-06-11T11:30:25.819" v="377" actId="207"/>
          <ac:spMkLst>
            <pc:docMk/>
            <pc:sldMk cId="2303450346" sldId="268"/>
            <ac:spMk id="9" creationId="{DB1E53EE-9B29-43AF-6DED-967D49B5C88C}"/>
          </ac:spMkLst>
        </pc:spChg>
        <pc:spChg chg="mod">
          <ac:chgData name="Khaled Sahsah" userId="f0fae69c56637853" providerId="LiveId" clId="{C0A957D0-6749-4F0F-B44F-9BA04978232A}" dt="2026-06-11T11:45:26.366" v="741" actId="113"/>
          <ac:spMkLst>
            <pc:docMk/>
            <pc:sldMk cId="2303450346" sldId="268"/>
            <ac:spMk id="11" creationId="{E3FED641-D516-365A-B1EB-4B1C2D878533}"/>
          </ac:spMkLst>
        </pc:spChg>
        <pc:graphicFrameChg chg="modGraphic">
          <ac:chgData name="Khaled Sahsah" userId="f0fae69c56637853" providerId="LiveId" clId="{C0A957D0-6749-4F0F-B44F-9BA04978232A}" dt="2026-06-11T11:32:30.415" v="383" actId="207"/>
          <ac:graphicFrameMkLst>
            <pc:docMk/>
            <pc:sldMk cId="2303450346" sldId="268"/>
            <ac:graphicFrameMk id="10" creationId="{A9D0F87B-64F9-A852-3C27-967C6CCE8C1F}"/>
          </ac:graphicFrameMkLst>
        </pc:graphicFrameChg>
      </pc:sldChg>
      <pc:sldChg chg="addSp modSp mod">
        <pc:chgData name="Khaled Sahsah" userId="f0fae69c56637853" providerId="LiveId" clId="{C0A957D0-6749-4F0F-B44F-9BA04978232A}" dt="2026-06-11T12:20:32.748" v="1323" actId="207"/>
        <pc:sldMkLst>
          <pc:docMk/>
          <pc:sldMk cId="3446085164" sldId="269"/>
        </pc:sldMkLst>
        <pc:spChg chg="add mod">
          <ac:chgData name="Khaled Sahsah" userId="f0fae69c56637853" providerId="LiveId" clId="{C0A957D0-6749-4F0F-B44F-9BA04978232A}" dt="2026-06-11T11:50:24.040" v="1007" actId="14100"/>
          <ac:spMkLst>
            <pc:docMk/>
            <pc:sldMk cId="3446085164" sldId="269"/>
            <ac:spMk id="2" creationId="{F6832FB8-29FD-97ED-46EA-BD2AE75825BD}"/>
          </ac:spMkLst>
        </pc:spChg>
        <pc:spChg chg="mod">
          <ac:chgData name="Khaled Sahsah" userId="f0fae69c56637853" providerId="LiveId" clId="{C0A957D0-6749-4F0F-B44F-9BA04978232A}" dt="2026-06-11T11:51:42.671" v="1016" actId="113"/>
          <ac:spMkLst>
            <pc:docMk/>
            <pc:sldMk cId="3446085164" sldId="269"/>
            <ac:spMk id="6" creationId="{C9AACBC9-FEDB-4A19-1746-11736009A409}"/>
          </ac:spMkLst>
        </pc:spChg>
        <pc:spChg chg="mod">
          <ac:chgData name="Khaled Sahsah" userId="f0fae69c56637853" providerId="LiveId" clId="{C0A957D0-6749-4F0F-B44F-9BA04978232A}" dt="2026-06-11T11:50:12.923" v="1005" actId="1035"/>
          <ac:spMkLst>
            <pc:docMk/>
            <pc:sldMk cId="3446085164" sldId="269"/>
            <ac:spMk id="9" creationId="{E604047B-8C59-6EDE-63EF-084A54E62383}"/>
          </ac:spMkLst>
        </pc:spChg>
        <pc:spChg chg="add mod">
          <ac:chgData name="Khaled Sahsah" userId="f0fae69c56637853" providerId="LiveId" clId="{C0A957D0-6749-4F0F-B44F-9BA04978232A}" dt="2026-06-11T11:50:00.453" v="981" actId="14100"/>
          <ac:spMkLst>
            <pc:docMk/>
            <pc:sldMk cId="3446085164" sldId="269"/>
            <ac:spMk id="10" creationId="{CC70301F-D821-CF6B-ACC2-76C593B2DCF5}"/>
          </ac:spMkLst>
        </pc:spChg>
        <pc:spChg chg="add mod">
          <ac:chgData name="Khaled Sahsah" userId="f0fae69c56637853" providerId="LiveId" clId="{C0A957D0-6749-4F0F-B44F-9BA04978232A}" dt="2026-06-11T12:20:32.748" v="1323" actId="207"/>
          <ac:spMkLst>
            <pc:docMk/>
            <pc:sldMk cId="3446085164" sldId="269"/>
            <ac:spMk id="11" creationId="{24220639-46EC-7B69-0F0F-2AE74EE64F22}"/>
          </ac:spMkLst>
        </pc:spChg>
        <pc:graphicFrameChg chg="modGraphic">
          <ac:chgData name="Khaled Sahsah" userId="f0fae69c56637853" providerId="LiveId" clId="{C0A957D0-6749-4F0F-B44F-9BA04978232A}" dt="2026-06-11T11:51:38.365" v="1015" actId="207"/>
          <ac:graphicFrameMkLst>
            <pc:docMk/>
            <pc:sldMk cId="3446085164" sldId="269"/>
            <ac:graphicFrameMk id="8" creationId="{349B2177-DBB2-7052-7C88-93220BFAFD4E}"/>
          </ac:graphicFrameMkLst>
        </pc:graphicFrameChg>
      </pc:sldChg>
      <pc:sldChg chg="addSp delSp modSp mod">
        <pc:chgData name="Khaled Sahsah" userId="f0fae69c56637853" providerId="LiveId" clId="{C0A957D0-6749-4F0F-B44F-9BA04978232A}" dt="2026-06-11T12:21:58.342" v="1332" actId="207"/>
        <pc:sldMkLst>
          <pc:docMk/>
          <pc:sldMk cId="3022380158" sldId="270"/>
        </pc:sldMkLst>
        <pc:spChg chg="del">
          <ac:chgData name="Khaled Sahsah" userId="f0fae69c56637853" providerId="LiveId" clId="{C0A957D0-6749-4F0F-B44F-9BA04978232A}" dt="2026-06-11T12:20:23.046" v="1321" actId="478"/>
          <ac:spMkLst>
            <pc:docMk/>
            <pc:sldMk cId="3022380158" sldId="270"/>
            <ac:spMk id="2" creationId="{77736FC4-4805-DB98-C53E-8368C27EB835}"/>
          </ac:spMkLst>
        </pc:spChg>
        <pc:spChg chg="mod">
          <ac:chgData name="Khaled Sahsah" userId="f0fae69c56637853" providerId="LiveId" clId="{C0A957D0-6749-4F0F-B44F-9BA04978232A}" dt="2026-06-11T12:04:04.116" v="1035" actId="1036"/>
          <ac:spMkLst>
            <pc:docMk/>
            <pc:sldMk cId="3022380158" sldId="270"/>
            <ac:spMk id="3" creationId="{BF27686B-6320-50B9-3E5E-CC7E8E0EFC71}"/>
          </ac:spMkLst>
        </pc:spChg>
        <pc:spChg chg="add mod">
          <ac:chgData name="Khaled Sahsah" userId="f0fae69c56637853" providerId="LiveId" clId="{C0A957D0-6749-4F0F-B44F-9BA04978232A}" dt="2026-06-11T12:03:54.822" v="1023" actId="167"/>
          <ac:spMkLst>
            <pc:docMk/>
            <pc:sldMk cId="3022380158" sldId="270"/>
            <ac:spMk id="9" creationId="{2391DDBF-2629-BB9E-27E8-6C8C216EBC69}"/>
          </ac:spMkLst>
        </pc:spChg>
        <pc:spChg chg="add mod">
          <ac:chgData name="Khaled Sahsah" userId="f0fae69c56637853" providerId="LiveId" clId="{C0A957D0-6749-4F0F-B44F-9BA04978232A}" dt="2026-06-11T12:20:27.671" v="1322" actId="1036"/>
          <ac:spMkLst>
            <pc:docMk/>
            <pc:sldMk cId="3022380158" sldId="270"/>
            <ac:spMk id="11" creationId="{0EFAAE16-C21F-8155-50AF-E688BAF7BCFC}"/>
          </ac:spMkLst>
        </pc:spChg>
        <pc:graphicFrameChg chg="modGraphic">
          <ac:chgData name="Khaled Sahsah" userId="f0fae69c56637853" providerId="LiveId" clId="{C0A957D0-6749-4F0F-B44F-9BA04978232A}" dt="2026-06-11T12:21:58.342" v="1332" actId="207"/>
          <ac:graphicFrameMkLst>
            <pc:docMk/>
            <pc:sldMk cId="3022380158" sldId="270"/>
            <ac:graphicFrameMk id="6" creationId="{9910BAF2-6912-74B5-5AFA-40A7621AB245}"/>
          </ac:graphicFrameMkLst>
        </pc:graphicFrameChg>
        <pc:picChg chg="mod">
          <ac:chgData name="Khaled Sahsah" userId="f0fae69c56637853" providerId="LiveId" clId="{C0A957D0-6749-4F0F-B44F-9BA04978232A}" dt="2026-06-11T12:04:26.080" v="1050" actId="1035"/>
          <ac:picMkLst>
            <pc:docMk/>
            <pc:sldMk cId="3022380158" sldId="270"/>
            <ac:picMk id="8" creationId="{70A75496-047D-5ED7-B0F1-A7CB7118162D}"/>
          </ac:picMkLst>
        </pc:picChg>
        <pc:picChg chg="add mod">
          <ac:chgData name="Khaled Sahsah" userId="f0fae69c56637853" providerId="LiveId" clId="{C0A957D0-6749-4F0F-B44F-9BA04978232A}" dt="2026-06-11T12:03:54.822" v="1023" actId="167"/>
          <ac:picMkLst>
            <pc:docMk/>
            <pc:sldMk cId="3022380158" sldId="270"/>
            <ac:picMk id="10" creationId="{33D0A945-F157-68CA-AD75-4B53E891F9ED}"/>
          </ac:picMkLst>
        </pc:picChg>
      </pc:sldChg>
      <pc:sldChg chg="addSp delSp modSp mod">
        <pc:chgData name="Khaled Sahsah" userId="f0fae69c56637853" providerId="LiveId" clId="{C0A957D0-6749-4F0F-B44F-9BA04978232A}" dt="2026-06-11T12:22:40.130" v="1349" actId="1036"/>
        <pc:sldMkLst>
          <pc:docMk/>
          <pc:sldMk cId="498074433" sldId="271"/>
        </pc:sldMkLst>
        <pc:spChg chg="del">
          <ac:chgData name="Khaled Sahsah" userId="f0fae69c56637853" providerId="LiveId" clId="{C0A957D0-6749-4F0F-B44F-9BA04978232A}" dt="2026-06-11T12:19:30.354" v="1295" actId="478"/>
          <ac:spMkLst>
            <pc:docMk/>
            <pc:sldMk cId="498074433" sldId="271"/>
            <ac:spMk id="2" creationId="{EC77D2AF-A08D-D895-23A3-6B07BE22DA4B}"/>
          </ac:spMkLst>
        </pc:spChg>
        <pc:spChg chg="mod">
          <ac:chgData name="Khaled Sahsah" userId="f0fae69c56637853" providerId="LiveId" clId="{C0A957D0-6749-4F0F-B44F-9BA04978232A}" dt="2026-06-11T12:22:40.130" v="1349" actId="1036"/>
          <ac:spMkLst>
            <pc:docMk/>
            <pc:sldMk cId="498074433" sldId="271"/>
            <ac:spMk id="7" creationId="{01DB845F-FF18-410C-734E-6AC24D774882}"/>
          </ac:spMkLst>
        </pc:spChg>
        <pc:spChg chg="add mod">
          <ac:chgData name="Khaled Sahsah" userId="f0fae69c56637853" providerId="LiveId" clId="{C0A957D0-6749-4F0F-B44F-9BA04978232A}" dt="2026-06-11T12:05:19.631" v="1051"/>
          <ac:spMkLst>
            <pc:docMk/>
            <pc:sldMk cId="498074433" sldId="271"/>
            <ac:spMk id="9" creationId="{AE09936D-6CC7-D7DC-2CFE-750983E9134F}"/>
          </ac:spMkLst>
        </pc:spChg>
        <pc:spChg chg="add mod">
          <ac:chgData name="Khaled Sahsah" userId="f0fae69c56637853" providerId="LiveId" clId="{C0A957D0-6749-4F0F-B44F-9BA04978232A}" dt="2026-06-11T12:05:19.631" v="1051"/>
          <ac:spMkLst>
            <pc:docMk/>
            <pc:sldMk cId="498074433" sldId="271"/>
            <ac:spMk id="10" creationId="{0C6DB251-CBFB-4C89-8293-5A5454980D3E}"/>
          </ac:spMkLst>
        </pc:spChg>
        <pc:spChg chg="add mod">
          <ac:chgData name="Khaled Sahsah" userId="f0fae69c56637853" providerId="LiveId" clId="{C0A957D0-6749-4F0F-B44F-9BA04978232A}" dt="2026-06-11T12:20:17.516" v="1320" actId="207"/>
          <ac:spMkLst>
            <pc:docMk/>
            <pc:sldMk cId="498074433" sldId="271"/>
            <ac:spMk id="11" creationId="{EA452BBD-A6C1-B1F1-3242-7C0378F25E1F}"/>
          </ac:spMkLst>
        </pc:spChg>
        <pc:graphicFrameChg chg="modGraphic">
          <ac:chgData name="Khaled Sahsah" userId="f0fae69c56637853" providerId="LiveId" clId="{C0A957D0-6749-4F0F-B44F-9BA04978232A}" dt="2026-06-11T12:22:29.664" v="1339" actId="207"/>
          <ac:graphicFrameMkLst>
            <pc:docMk/>
            <pc:sldMk cId="498074433" sldId="271"/>
            <ac:graphicFrameMk id="6" creationId="{8483FE2C-48F8-8744-F8B3-7647F29188C2}"/>
          </ac:graphicFrameMkLst>
        </pc:graphicFrameChg>
      </pc:sldChg>
      <pc:sldChg chg="addSp delSp modSp mod">
        <pc:chgData name="Khaled Sahsah" userId="f0fae69c56637853" providerId="LiveId" clId="{C0A957D0-6749-4F0F-B44F-9BA04978232A}" dt="2026-06-11T12:23:07.297" v="1356" actId="207"/>
        <pc:sldMkLst>
          <pc:docMk/>
          <pc:sldMk cId="831048885" sldId="272"/>
        </pc:sldMkLst>
        <pc:spChg chg="del">
          <ac:chgData name="Khaled Sahsah" userId="f0fae69c56637853" providerId="LiveId" clId="{C0A957D0-6749-4F0F-B44F-9BA04978232A}" dt="2026-06-11T12:19:02.975" v="1279" actId="478"/>
          <ac:spMkLst>
            <pc:docMk/>
            <pc:sldMk cId="831048885" sldId="272"/>
            <ac:spMk id="2" creationId="{0D076A7F-C796-2601-0D88-3226C13AE09B}"/>
          </ac:spMkLst>
        </pc:spChg>
        <pc:spChg chg="add mod">
          <ac:chgData name="Khaled Sahsah" userId="f0fae69c56637853" providerId="LiveId" clId="{C0A957D0-6749-4F0F-B44F-9BA04978232A}" dt="2026-06-11T12:05:32.457" v="1052"/>
          <ac:spMkLst>
            <pc:docMk/>
            <pc:sldMk cId="831048885" sldId="272"/>
            <ac:spMk id="3" creationId="{36A900B3-1044-2778-720F-9852DF0390DB}"/>
          </ac:spMkLst>
        </pc:spChg>
        <pc:spChg chg="add mod">
          <ac:chgData name="Khaled Sahsah" userId="f0fae69c56637853" providerId="LiveId" clId="{C0A957D0-6749-4F0F-B44F-9BA04978232A}" dt="2026-06-11T12:05:32.457" v="1052"/>
          <ac:spMkLst>
            <pc:docMk/>
            <pc:sldMk cId="831048885" sldId="272"/>
            <ac:spMk id="4" creationId="{66057803-E228-F363-C668-64E2943C7EBE}"/>
          </ac:spMkLst>
        </pc:spChg>
        <pc:spChg chg="add mod">
          <ac:chgData name="Khaled Sahsah" userId="f0fae69c56637853" providerId="LiveId" clId="{C0A957D0-6749-4F0F-B44F-9BA04978232A}" dt="2026-06-11T12:19:17.436" v="1280" actId="20577"/>
          <ac:spMkLst>
            <pc:docMk/>
            <pc:sldMk cId="831048885" sldId="272"/>
            <ac:spMk id="7" creationId="{AD909AC7-1885-352A-6AA4-266F590CF0CD}"/>
          </ac:spMkLst>
        </pc:spChg>
        <pc:graphicFrameChg chg="modGraphic">
          <ac:chgData name="Khaled Sahsah" userId="f0fae69c56637853" providerId="LiveId" clId="{C0A957D0-6749-4F0F-B44F-9BA04978232A}" dt="2026-06-11T12:23:07.297" v="1356" actId="207"/>
          <ac:graphicFrameMkLst>
            <pc:docMk/>
            <pc:sldMk cId="831048885" sldId="272"/>
            <ac:graphicFrameMk id="8" creationId="{A93EE57C-57C0-C927-3455-3C1DCC22BA0C}"/>
          </ac:graphicFrameMkLst>
        </pc:graphicFrameChg>
      </pc:sldChg>
      <pc:sldChg chg="addSp delSp modSp mod">
        <pc:chgData name="Khaled Sahsah" userId="f0fae69c56637853" providerId="LiveId" clId="{C0A957D0-6749-4F0F-B44F-9BA04978232A}" dt="2026-06-11T12:23:54.615" v="1370" actId="207"/>
        <pc:sldMkLst>
          <pc:docMk/>
          <pc:sldMk cId="707871058" sldId="273"/>
        </pc:sldMkLst>
        <pc:spChg chg="mod">
          <ac:chgData name="Khaled Sahsah" userId="f0fae69c56637853" providerId="LiveId" clId="{C0A957D0-6749-4F0F-B44F-9BA04978232A}" dt="2026-06-11T12:06:12.589" v="1068" actId="1036"/>
          <ac:spMkLst>
            <pc:docMk/>
            <pc:sldMk cId="707871058" sldId="273"/>
            <ac:spMk id="3" creationId="{4D723028-DC02-05F1-9787-3AEBE033EB67}"/>
          </ac:spMkLst>
        </pc:spChg>
        <pc:spChg chg="add mod">
          <ac:chgData name="Khaled Sahsah" userId="f0fae69c56637853" providerId="LiveId" clId="{C0A957D0-6749-4F0F-B44F-9BA04978232A}" dt="2026-06-11T12:06:01.998" v="1053"/>
          <ac:spMkLst>
            <pc:docMk/>
            <pc:sldMk cId="707871058" sldId="273"/>
            <ac:spMk id="5" creationId="{39BFAEDC-688E-FA73-816C-B14FD33D0D9B}"/>
          </ac:spMkLst>
        </pc:spChg>
        <pc:spChg chg="add mod">
          <ac:chgData name="Khaled Sahsah" userId="f0fae69c56637853" providerId="LiveId" clId="{C0A957D0-6749-4F0F-B44F-9BA04978232A}" dt="2026-06-11T12:06:01.998" v="1053"/>
          <ac:spMkLst>
            <pc:docMk/>
            <pc:sldMk cId="707871058" sldId="273"/>
            <ac:spMk id="8" creationId="{34C94D04-50C9-BA8C-B337-BA89BB70961C}"/>
          </ac:spMkLst>
        </pc:spChg>
        <pc:spChg chg="add mod">
          <ac:chgData name="Khaled Sahsah" userId="f0fae69c56637853" providerId="LiveId" clId="{C0A957D0-6749-4F0F-B44F-9BA04978232A}" dt="2026-06-11T12:06:01.998" v="1053"/>
          <ac:spMkLst>
            <pc:docMk/>
            <pc:sldMk cId="707871058" sldId="273"/>
            <ac:spMk id="9" creationId="{73D2DC15-0CA2-64A6-1D9D-406C54780D00}"/>
          </ac:spMkLst>
        </pc:spChg>
        <pc:spChg chg="add mod">
          <ac:chgData name="Khaled Sahsah" userId="f0fae69c56637853" providerId="LiveId" clId="{C0A957D0-6749-4F0F-B44F-9BA04978232A}" dt="2026-06-11T12:06:01.998" v="1053"/>
          <ac:spMkLst>
            <pc:docMk/>
            <pc:sldMk cId="707871058" sldId="273"/>
            <ac:spMk id="10" creationId="{E8ACEB43-4598-D944-33FE-CEA124367895}"/>
          </ac:spMkLst>
        </pc:spChg>
        <pc:spChg chg="add mod">
          <ac:chgData name="Khaled Sahsah" userId="f0fae69c56637853" providerId="LiveId" clId="{C0A957D0-6749-4F0F-B44F-9BA04978232A}" dt="2026-06-11T12:06:01.998" v="1053"/>
          <ac:spMkLst>
            <pc:docMk/>
            <pc:sldMk cId="707871058" sldId="273"/>
            <ac:spMk id="11" creationId="{583F91E2-8FB8-6CD5-2010-CCDFB96C9990}"/>
          </ac:spMkLst>
        </pc:spChg>
        <pc:spChg chg="add del mod">
          <ac:chgData name="Khaled Sahsah" userId="f0fae69c56637853" providerId="LiveId" clId="{C0A957D0-6749-4F0F-B44F-9BA04978232A}" dt="2026-06-11T12:19:43.758" v="1312" actId="478"/>
          <ac:spMkLst>
            <pc:docMk/>
            <pc:sldMk cId="707871058" sldId="273"/>
            <ac:spMk id="12" creationId="{BF7020B7-6F52-F114-B099-3879458A6648}"/>
          </ac:spMkLst>
        </pc:spChg>
        <pc:spChg chg="add mod">
          <ac:chgData name="Khaled Sahsah" userId="f0fae69c56637853" providerId="LiveId" clId="{C0A957D0-6749-4F0F-B44F-9BA04978232A}" dt="2026-06-11T12:20:09.252" v="1318" actId="207"/>
          <ac:spMkLst>
            <pc:docMk/>
            <pc:sldMk cId="707871058" sldId="273"/>
            <ac:spMk id="13" creationId="{D47B9E25-8AF7-7FE4-7F82-2D8D3E1D1074}"/>
          </ac:spMkLst>
        </pc:spChg>
        <pc:graphicFrameChg chg="modGraphic">
          <ac:chgData name="Khaled Sahsah" userId="f0fae69c56637853" providerId="LiveId" clId="{C0A957D0-6749-4F0F-B44F-9BA04978232A}" dt="2026-06-11T12:23:54.615" v="1370" actId="207"/>
          <ac:graphicFrameMkLst>
            <pc:docMk/>
            <pc:sldMk cId="707871058" sldId="273"/>
            <ac:graphicFrameMk id="6" creationId="{31871921-682D-0941-9545-7C3DF540AEEA}"/>
          </ac:graphicFrameMkLst>
        </pc:graphicFrameChg>
      </pc:sldChg>
      <pc:sldChg chg="addSp modSp new del">
        <pc:chgData name="Khaled Sahsah" userId="f0fae69c56637853" providerId="LiveId" clId="{C0A957D0-6749-4F0F-B44F-9BA04978232A}" dt="2026-06-11T12:07:10.733" v="1073" actId="680"/>
        <pc:sldMkLst>
          <pc:docMk/>
          <pc:sldMk cId="1890351056" sldId="274"/>
        </pc:sldMkLst>
        <pc:spChg chg="add mod">
          <ac:chgData name="Khaled Sahsah" userId="f0fae69c56637853" providerId="LiveId" clId="{C0A957D0-6749-4F0F-B44F-9BA04978232A}" dt="2026-06-11T12:07:00.859" v="1072"/>
          <ac:spMkLst>
            <pc:docMk/>
            <pc:sldMk cId="1890351056" sldId="274"/>
            <ac:spMk id="3" creationId="{706D73BA-0F70-DB42-4C24-E650009D7415}"/>
          </ac:spMkLst>
        </pc:spChg>
        <pc:spChg chg="add mod">
          <ac:chgData name="Khaled Sahsah" userId="f0fae69c56637853" providerId="LiveId" clId="{C0A957D0-6749-4F0F-B44F-9BA04978232A}" dt="2026-06-11T12:07:00.859" v="1072"/>
          <ac:spMkLst>
            <pc:docMk/>
            <pc:sldMk cId="1890351056" sldId="274"/>
            <ac:spMk id="4" creationId="{16D1F902-80EC-EEBF-6F44-659D1757F5F7}"/>
          </ac:spMkLst>
        </pc:spChg>
        <pc:spChg chg="add mod">
          <ac:chgData name="Khaled Sahsah" userId="f0fae69c56637853" providerId="LiveId" clId="{C0A957D0-6749-4F0F-B44F-9BA04978232A}" dt="2026-06-11T12:07:00.859" v="1072"/>
          <ac:spMkLst>
            <pc:docMk/>
            <pc:sldMk cId="1890351056" sldId="274"/>
            <ac:spMk id="5" creationId="{88C84D18-098F-579E-AC0A-66C1936C7D94}"/>
          </ac:spMkLst>
        </pc:spChg>
        <pc:spChg chg="add mod">
          <ac:chgData name="Khaled Sahsah" userId="f0fae69c56637853" providerId="LiveId" clId="{C0A957D0-6749-4F0F-B44F-9BA04978232A}" dt="2026-06-11T12:07:00.859" v="1072"/>
          <ac:spMkLst>
            <pc:docMk/>
            <pc:sldMk cId="1890351056" sldId="274"/>
            <ac:spMk id="6" creationId="{125FD5DC-0DEE-73E6-2F1D-F1DB7D92CAD7}"/>
          </ac:spMkLst>
        </pc:spChg>
        <pc:spChg chg="add mod">
          <ac:chgData name="Khaled Sahsah" userId="f0fae69c56637853" providerId="LiveId" clId="{C0A957D0-6749-4F0F-B44F-9BA04978232A}" dt="2026-06-11T12:07:00.859" v="1072"/>
          <ac:spMkLst>
            <pc:docMk/>
            <pc:sldMk cId="1890351056" sldId="274"/>
            <ac:spMk id="7" creationId="{D601C229-B02F-A0CB-BBEF-AC4C6738F02B}"/>
          </ac:spMkLst>
        </pc:spChg>
        <pc:spChg chg="add mod">
          <ac:chgData name="Khaled Sahsah" userId="f0fae69c56637853" providerId="LiveId" clId="{C0A957D0-6749-4F0F-B44F-9BA04978232A}" dt="2026-06-11T12:07:00.859" v="1072"/>
          <ac:spMkLst>
            <pc:docMk/>
            <pc:sldMk cId="1890351056" sldId="274"/>
            <ac:spMk id="8" creationId="{883065B8-721F-1C50-23D8-2C369B22C6E5}"/>
          </ac:spMkLst>
        </pc:spChg>
      </pc:sldChg>
      <pc:sldChg chg="addSp modSp new mod">
        <pc:chgData name="Khaled Sahsah" userId="f0fae69c56637853" providerId="LiveId" clId="{C0A957D0-6749-4F0F-B44F-9BA04978232A}" dt="2026-06-11T12:09:42.732" v="1119" actId="1076"/>
        <pc:sldMkLst>
          <pc:docMk/>
          <pc:sldMk cId="3403886580" sldId="274"/>
        </pc:sldMkLst>
        <pc:spChg chg="add mod">
          <ac:chgData name="Khaled Sahsah" userId="f0fae69c56637853" providerId="LiveId" clId="{C0A957D0-6749-4F0F-B44F-9BA04978232A}" dt="2026-06-11T12:07:31.119" v="1075"/>
          <ac:spMkLst>
            <pc:docMk/>
            <pc:sldMk cId="3403886580" sldId="274"/>
            <ac:spMk id="3" creationId="{B3DE8375-5D18-0314-DDD3-542317DD7C6A}"/>
          </ac:spMkLst>
        </pc:spChg>
        <pc:spChg chg="add mod">
          <ac:chgData name="Khaled Sahsah" userId="f0fae69c56637853" providerId="LiveId" clId="{C0A957D0-6749-4F0F-B44F-9BA04978232A}" dt="2026-06-11T12:07:31.119" v="1075"/>
          <ac:spMkLst>
            <pc:docMk/>
            <pc:sldMk cId="3403886580" sldId="274"/>
            <ac:spMk id="4" creationId="{6350E762-8EC0-9A94-EB88-A49738EECBE7}"/>
          </ac:spMkLst>
        </pc:spChg>
        <pc:spChg chg="add mod">
          <ac:chgData name="Khaled Sahsah" userId="f0fae69c56637853" providerId="LiveId" clId="{C0A957D0-6749-4F0F-B44F-9BA04978232A}" dt="2026-06-11T12:08:00.925" v="1079" actId="14100"/>
          <ac:spMkLst>
            <pc:docMk/>
            <pc:sldMk cId="3403886580" sldId="274"/>
            <ac:spMk id="5" creationId="{0E13506A-C5B1-92BC-FB76-26F0205EF927}"/>
          </ac:spMkLst>
        </pc:spChg>
        <pc:spChg chg="add mod">
          <ac:chgData name="Khaled Sahsah" userId="f0fae69c56637853" providerId="LiveId" clId="{C0A957D0-6749-4F0F-B44F-9BA04978232A}" dt="2026-06-11T12:08:16.672" v="1095" actId="1035"/>
          <ac:spMkLst>
            <pc:docMk/>
            <pc:sldMk cId="3403886580" sldId="274"/>
            <ac:spMk id="6" creationId="{AAC71C71-2A8C-A73B-0777-39156CBC84FC}"/>
          </ac:spMkLst>
        </pc:spChg>
        <pc:spChg chg="add mod">
          <ac:chgData name="Khaled Sahsah" userId="f0fae69c56637853" providerId="LiveId" clId="{C0A957D0-6749-4F0F-B44F-9BA04978232A}" dt="2026-06-11T12:09:39.577" v="1118" actId="14100"/>
          <ac:spMkLst>
            <pc:docMk/>
            <pc:sldMk cId="3403886580" sldId="274"/>
            <ac:spMk id="7" creationId="{D3ABAA49-A628-A274-E19A-935B1612C7F2}"/>
          </ac:spMkLst>
        </pc:spChg>
        <pc:spChg chg="add mod">
          <ac:chgData name="Khaled Sahsah" userId="f0fae69c56637853" providerId="LiveId" clId="{C0A957D0-6749-4F0F-B44F-9BA04978232A}" dt="2026-06-11T12:09:42.732" v="1119" actId="1076"/>
          <ac:spMkLst>
            <pc:docMk/>
            <pc:sldMk cId="3403886580" sldId="274"/>
            <ac:spMk id="8" creationId="{87F8E284-D886-607F-ABA2-B4F382450F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2DDBC-A906-4C23-A7B9-4BAC8B0A7340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C7C60-7CD7-431F-9B13-53B940B7C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1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C7C60-7CD7-431F-9B13-53B940B7C3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52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C7C60-7CD7-431F-9B13-53B940B7C3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10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55F48-7353-4BF6-8945-E9223D7A34AD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160B5-CFA1-4110-87D0-0632B77764B5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6D7B2-272C-4584-B50B-AA1A283DCCB5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98A4-AAC4-4E0F-B5B9-C3A318A9A8BD}" type="datetime1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E6B1F-3874-40DB-A97B-63DC13A904B7}" type="datetime1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AFD8-6866-4F31-9EFE-B21C7360F690}" type="datetime1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B30BD-22E6-4EFD-A32A-32D92BEA8F8B}" type="datetime1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1FA1A-B047-40B7-B127-80A3D8212AA0}" type="datetime1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3F51E-1700-441D-BABB-DB8C451A54ED}" type="datetime1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46B6C-C9D0-4A2D-AFC6-7F084AFFA265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A8E1-4A78-45B0-B973-E9EB00664543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01265-9645-4C23-8286-5BFB2820BA18}" type="datetime1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ستطيل 2">
            <a:extLst>
              <a:ext uri="{FF2B5EF4-FFF2-40B4-BE49-F238E27FC236}">
                <a16:creationId xmlns:a16="http://schemas.microsoft.com/office/drawing/2014/main" id="{3E1901F9-CC38-BE19-D9A8-DCF7F99C7F3C}"/>
              </a:ext>
            </a:extLst>
          </p:cNvPr>
          <p:cNvSpPr/>
          <p:nvPr/>
        </p:nvSpPr>
        <p:spPr bwMode="auto">
          <a:xfrm>
            <a:off x="0" y="9524"/>
            <a:ext cx="9144000" cy="6848475"/>
          </a:xfrm>
          <a:prstGeom prst="rect">
            <a:avLst/>
          </a:prstGeom>
          <a:solidFill>
            <a:srgbClr val="8F0F2D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/>
          <a:lstStyle/>
          <a:p>
            <a:pPr defTabSz="762000">
              <a:spcBef>
                <a:spcPct val="50000"/>
              </a:spcBef>
              <a:defRPr/>
            </a:pPr>
            <a:endParaRPr lang="ar-EG">
              <a:solidFill>
                <a:schemeClr val="tx1"/>
              </a:solidFill>
            </a:endParaRPr>
          </a:p>
        </p:txBody>
      </p:sp>
      <p:pic>
        <p:nvPicPr>
          <p:cNvPr id="10" name="صورة 4">
            <a:extLst>
              <a:ext uri="{FF2B5EF4-FFF2-40B4-BE49-F238E27FC236}">
                <a16:creationId xmlns:a16="http://schemas.microsoft.com/office/drawing/2014/main" id="{3F5957E9-CBB3-A15F-2B5D-537F69F19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412749"/>
            <a:ext cx="8474075" cy="605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F96BAA-067B-4651-DCEE-86AB0C33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8271"/>
            <a:ext cx="8229600" cy="130651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  <a:r>
              <a:rPr lang="en-US" sz="1800" dirty="0">
                <a:latin typeface="Times New Roman" panose="02020603050405020304" pitchFamily="18" charset="0"/>
                <a:cs typeface="(AH) Manal Black" pitchFamily="2" charset="-78"/>
              </a:rPr>
              <a:t>|</a:t>
            </a:r>
            <a:r>
              <a:rPr lang="en-US" sz="1600" dirty="0">
                <a:latin typeface="Times New Roman" panose="02020603050405020304" pitchFamily="18" charset="0"/>
                <a:cs typeface="(AH) Manal Black" pitchFamily="2" charset="-78"/>
              </a:rPr>
              <a:t> </a:t>
            </a:r>
            <a:r>
              <a:rPr lang="ar-SA" sz="1800" dirty="0">
                <a:cs typeface="(AH) Manal Black" pitchFamily="2" charset="-78"/>
              </a:rPr>
              <a:t>عنوان المشروع</a:t>
            </a:r>
            <a:br>
              <a:rPr lang="ar-SA" sz="1600" dirty="0"/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Rail Cooling and Thermal Signaling System for Railway Safety</a:t>
            </a:r>
            <a:br>
              <a:rPr lang="en-US" sz="1600" dirty="0"/>
            </a:br>
            <a:r>
              <a:rPr lang="ar-SA" sz="1600" dirty="0">
                <a:cs typeface="(AH) Manal Black" pitchFamily="2" charset="-78"/>
              </a:rPr>
              <a:t>نـظــام الــتـبـريـد الـنـشــط للـقـضـبـان ونـظـام الإشــارات الـحـراريـة لســلامـة الســكـك الـحـديـديـة</a:t>
            </a:r>
            <a:br>
              <a:rPr lang="ar-SA" sz="1600" dirty="0"/>
            </a:b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51F6C-B0F3-B9FB-797F-D25C5DCE368E}"/>
              </a:ext>
            </a:extLst>
          </p:cNvPr>
          <p:cNvSpPr txBox="1"/>
          <p:nvPr/>
        </p:nvSpPr>
        <p:spPr>
          <a:xfrm>
            <a:off x="714374" y="1971675"/>
            <a:ext cx="3924301" cy="2310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of the Group 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 Mohamed Mohey El-Din Youssef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Khaled Mahmoud Ali Sahsah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 Saber Basher Mohamed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 Ibrahim Hussien Ahmed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Mahmoud Salah Farag Seyam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94A83-5ED7-EB04-33AC-26C035FCEBBE}"/>
              </a:ext>
            </a:extLst>
          </p:cNvPr>
          <p:cNvSpPr txBox="1"/>
          <p:nvPr/>
        </p:nvSpPr>
        <p:spPr>
          <a:xfrm>
            <a:off x="5734049" y="2035634"/>
            <a:ext cx="2695577" cy="2268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1600" b="1" dirty="0">
                <a:cs typeface="(AH) Manal Black" pitchFamily="2" charset="-78"/>
              </a:rPr>
              <a:t>أعضاء المشروع</a:t>
            </a:r>
            <a:r>
              <a:rPr lang="en-US" sz="1600" b="1" dirty="0">
                <a:cs typeface="(AH) Manal Black" pitchFamily="2" charset="-78"/>
              </a:rPr>
              <a:t> </a:t>
            </a:r>
            <a:r>
              <a:rPr lang="ar-EG" sz="1600" b="1" dirty="0">
                <a:cs typeface="(AH) Manal Black" pitchFamily="2" charset="-78"/>
              </a:rPr>
              <a:t> :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ar-EG" sz="1600" dirty="0">
                <a:cs typeface="(AH) Manal Black" pitchFamily="2" charset="-78"/>
              </a:rPr>
              <a:t>احمد محمد محيى الدين يوسف 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ar-EG" sz="1600" dirty="0">
                <a:cs typeface="(AH) Manal Black" pitchFamily="2" charset="-78"/>
              </a:rPr>
              <a:t>خالد محمود على سحسح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ar-EG" sz="1600" dirty="0">
                <a:cs typeface="(AH) Manal Black" pitchFamily="2" charset="-78"/>
              </a:rPr>
              <a:t>احمد صابر بشير محمد 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ar-EG" sz="1600" dirty="0">
                <a:cs typeface="(AH) Manal Black" pitchFamily="2" charset="-78"/>
              </a:rPr>
              <a:t>احمد إبراهيم حسين احمد 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ar-EG" sz="1600" dirty="0">
                <a:cs typeface="(AH) Manal Black" pitchFamily="2" charset="-78"/>
              </a:rPr>
              <a:t>محمود صلاح فرج صيام</a:t>
            </a:r>
            <a:endParaRPr lang="en-US" sz="1600" dirty="0">
              <a:cs typeface="(AH) Manal Black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231D02-5CC6-231E-0A14-44E18BC37BBD}"/>
              </a:ext>
            </a:extLst>
          </p:cNvPr>
          <p:cNvSpPr txBox="1"/>
          <p:nvPr/>
        </p:nvSpPr>
        <p:spPr>
          <a:xfrm>
            <a:off x="714375" y="4409446"/>
            <a:ext cx="3857626" cy="227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Supervision </a:t>
            </a:r>
            <a:r>
              <a:rPr lang="ar-EG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EG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Dr. Taha Abdel Mohimen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Eng. Nagi Mohamed Elsayed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Eng. Fawzy Zaki Embaby</a:t>
            </a:r>
            <a:endParaRPr lang="ar-EG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Fares Abdel-Salam</a:t>
            </a:r>
          </a:p>
          <a:p>
            <a:pPr>
              <a:lnSpc>
                <a:spcPct val="150000"/>
              </a:lnSpc>
            </a:pPr>
            <a:endParaRPr lang="en-US" sz="1600" dirty="0"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CFD6D-86FA-3830-310E-B85CB46B9C06}"/>
              </a:ext>
            </a:extLst>
          </p:cNvPr>
          <p:cNvSpPr txBox="1"/>
          <p:nvPr/>
        </p:nvSpPr>
        <p:spPr>
          <a:xfrm>
            <a:off x="5734049" y="4410729"/>
            <a:ext cx="2695577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EG" sz="1600" b="1" dirty="0">
                <a:cs typeface="(AH) Manal Black" pitchFamily="2" charset="-78"/>
              </a:rPr>
              <a:t>تحت إشراف :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ar-EG" sz="1600" dirty="0">
                <a:cs typeface="(AH) Manal Black" pitchFamily="2" charset="-78"/>
              </a:rPr>
              <a:t>أ.د طه عبد المهيمن 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ar-EG" sz="1600" dirty="0">
                <a:cs typeface="(AH) Manal Black" pitchFamily="2" charset="-78"/>
              </a:rPr>
              <a:t>م. ناجى محمد السيد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ar-EG" sz="1600" dirty="0">
                <a:cs typeface="(AH) Manal Black" pitchFamily="2" charset="-78"/>
              </a:rPr>
              <a:t>م. فوزى ذكي امبابي 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ar-EG" sz="1600" dirty="0">
                <a:cs typeface="(AH) Manal Black" pitchFamily="2" charset="-78"/>
              </a:rPr>
              <a:t>د. فارس عبد السلام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31DD2-2461-C7FF-15CA-B4FB7DF44FC1}"/>
              </a:ext>
            </a:extLst>
          </p:cNvPr>
          <p:cNvSpPr txBox="1"/>
          <p:nvPr/>
        </p:nvSpPr>
        <p:spPr>
          <a:xfrm>
            <a:off x="2733675" y="1718075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dirty="0">
                <a:latin typeface="Times New Roman" panose="02020603050405020304" pitchFamily="18" charset="0"/>
                <a:cs typeface="(AH) Manal Black" pitchFamily="2" charset="-78"/>
              </a:rPr>
              <a:t>الفرقة الرابعة اشــارات</a:t>
            </a:r>
            <a:endParaRPr lang="en-US" dirty="0">
              <a:latin typeface="Times New Roman" panose="02020603050405020304" pitchFamily="18" charset="0"/>
              <a:cs typeface="(AH) Manal Black" pitchFamily="2" charset="-78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71A00-AD4B-29D3-01D9-ACCF5AEE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57093" y="6464813"/>
            <a:ext cx="213360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fld id="{C1FF6DA9-008F-8B48-92A6-B652298478BF}" type="slidenum">
              <a:rPr lang="en-US" sz="18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1C7FE7-897E-2FD2-18B4-F5C68858F8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184" y="457042"/>
            <a:ext cx="1110081" cy="10429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B4B98D-4A81-6D80-DD10-DE88DB3E5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65" y="434119"/>
            <a:ext cx="1155523" cy="115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51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A0D4F-97AE-2A0B-6991-C09DDB08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46170" y="6537581"/>
            <a:ext cx="137160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ar-EG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0CF503-3647-7453-27C0-C16125A42902}"/>
              </a:ext>
            </a:extLst>
          </p:cNvPr>
          <p:cNvSpPr txBox="1">
            <a:spLocks/>
          </p:cNvSpPr>
          <p:nvPr/>
        </p:nvSpPr>
        <p:spPr>
          <a:xfrm>
            <a:off x="457200" y="3413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 | </a:t>
            </a:r>
            <a:r>
              <a:rPr lang="ar-SA" sz="2400" dirty="0">
                <a:latin typeface="Times New Roman" panose="02020603050405020304" pitchFamily="18" charset="0"/>
                <a:cs typeface="(AH) Manal Black" pitchFamily="2" charset="-78"/>
              </a:rPr>
              <a:t>الدراسات المرجعية ذات الصلة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DC04ED-7AD0-CD59-E57F-325948C59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049333"/>
              </p:ext>
            </p:extLst>
          </p:nvPr>
        </p:nvGraphicFramePr>
        <p:xfrm>
          <a:off x="566664" y="1622662"/>
          <a:ext cx="8029575" cy="393948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806843">
                  <a:extLst>
                    <a:ext uri="{9D8B030D-6E8A-4147-A177-3AD203B41FA5}">
                      <a16:colId xmlns:a16="http://schemas.microsoft.com/office/drawing/2014/main" val="748542446"/>
                    </a:ext>
                  </a:extLst>
                </a:gridCol>
                <a:gridCol w="2836916">
                  <a:extLst>
                    <a:ext uri="{9D8B030D-6E8A-4147-A177-3AD203B41FA5}">
                      <a16:colId xmlns:a16="http://schemas.microsoft.com/office/drawing/2014/main" val="3207893734"/>
                    </a:ext>
                  </a:extLst>
                </a:gridCol>
                <a:gridCol w="2385816">
                  <a:extLst>
                    <a:ext uri="{9D8B030D-6E8A-4147-A177-3AD203B41FA5}">
                      <a16:colId xmlns:a16="http://schemas.microsoft.com/office/drawing/2014/main" val="3371199529"/>
                    </a:ext>
                  </a:extLst>
                </a:gridCol>
              </a:tblGrid>
              <a:tr h="651666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kern="100" dirty="0">
                          <a:effectLst/>
                        </a:rPr>
                        <a:t>الدراسة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kern="100" dirty="0">
                          <a:effectLst/>
                        </a:rPr>
                        <a:t>الفكرة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kern="100" dirty="0">
                          <a:effectLst/>
                        </a:rPr>
                        <a:t>العيب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AA1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492128"/>
                  </a:ext>
                </a:extLst>
              </a:tr>
              <a:tr h="655308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Thermal Expansion Studies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effectLst/>
                        </a:rPr>
                        <a:t>دراسة تمدد القضبان حرارياً</a:t>
                      </a:r>
                      <a:endParaRPr lang="en-US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effectLst/>
                        </a:rPr>
                        <a:t>بدون تبريد</a:t>
                      </a:r>
                      <a:endParaRPr lang="en-US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02334"/>
                  </a:ext>
                </a:extLst>
              </a:tr>
              <a:tr h="655308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Rail Monitoring Systems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effectLst/>
                        </a:rPr>
                        <a:t>مراقبة درجة حرارة القضبان</a:t>
                      </a:r>
                      <a:endParaRPr lang="en-US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effectLst/>
                        </a:rPr>
                        <a:t>مراقبة فقط</a:t>
                      </a:r>
                      <a:endParaRPr lang="en-US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019680"/>
                  </a:ext>
                </a:extLst>
              </a:tr>
              <a:tr h="655308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Infrared Monitoring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effectLst/>
                        </a:rPr>
                        <a:t>استخدام حساسات حرارية</a:t>
                      </a:r>
                      <a:endParaRPr lang="en-US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effectLst/>
                        </a:rPr>
                        <a:t>تكلفة عالية</a:t>
                      </a:r>
                      <a:endParaRPr lang="en-US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73961"/>
                  </a:ext>
                </a:extLst>
              </a:tr>
              <a:tr h="655308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Restriction Method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effectLst/>
                        </a:rPr>
                        <a:t>تقليل السرعات عند الحرارة العالية</a:t>
                      </a:r>
                      <a:endParaRPr lang="en-US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effectLst/>
                        </a:rPr>
                        <a:t>يسبب تأخير</a:t>
                      </a:r>
                      <a:endParaRPr lang="en-US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35587"/>
                  </a:ext>
                </a:extLst>
              </a:tr>
              <a:tr h="66658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Passive Cooling Methods</a:t>
                      </a:r>
                    </a:p>
                  </a:txBody>
                  <a:tcPr marL="9525" marR="9525" marT="9525" marB="9525" anchor="ctr"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استخدام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الطلاءات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العاكسة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8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كفاءة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محدودة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99133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AF8422F-5033-7B40-8D00-343E0CDA2AB9}"/>
              </a:ext>
            </a:extLst>
          </p:cNvPr>
          <p:cNvSpPr txBox="1"/>
          <p:nvPr/>
        </p:nvSpPr>
        <p:spPr>
          <a:xfrm>
            <a:off x="342900" y="5802904"/>
            <a:ext cx="825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/>
              <a:t>الاستنتاج</a:t>
            </a:r>
            <a:r>
              <a:rPr lang="ar-EG" b="1" dirty="0"/>
              <a:t> </a:t>
            </a:r>
            <a:r>
              <a:rPr lang="en-US" b="1" dirty="0"/>
              <a:t>:</a:t>
            </a:r>
            <a:r>
              <a:rPr lang="ar-EG" b="1" dirty="0"/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معظم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الدراسات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السابقة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ركزت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على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المراقبة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أو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التحليل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أو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التبريد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السلبي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دون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دمج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حلول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متكاملة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A26F05D8-EB98-9C10-949E-C4D771AFB22C}"/>
              </a:ext>
            </a:extLst>
          </p:cNvPr>
          <p:cNvSpPr/>
          <p:nvPr/>
        </p:nvSpPr>
        <p:spPr>
          <a:xfrm>
            <a:off x="-662901" y="1127761"/>
            <a:ext cx="1084006" cy="5044446"/>
          </a:xfrm>
          <a:custGeom>
            <a:avLst/>
            <a:gdLst/>
            <a:ahLst/>
            <a:cxnLst/>
            <a:rect l="l" t="t" r="r" b="b"/>
            <a:pathLst>
              <a:path w="419508" h="1992675">
                <a:moveTo>
                  <a:pt x="209754" y="0"/>
                </a:moveTo>
                <a:lnTo>
                  <a:pt x="209754" y="0"/>
                </a:lnTo>
                <a:cubicBezTo>
                  <a:pt x="325598" y="0"/>
                  <a:pt x="419508" y="93910"/>
                  <a:pt x="419508" y="209754"/>
                </a:cubicBezTo>
                <a:lnTo>
                  <a:pt x="419508" y="1782920"/>
                </a:lnTo>
                <a:cubicBezTo>
                  <a:pt x="419508" y="1898765"/>
                  <a:pt x="325598" y="1992675"/>
                  <a:pt x="209754" y="1992675"/>
                </a:cubicBezTo>
                <a:lnTo>
                  <a:pt x="209754" y="1992675"/>
                </a:lnTo>
                <a:cubicBezTo>
                  <a:pt x="93910" y="1992675"/>
                  <a:pt x="0" y="1898765"/>
                  <a:pt x="0" y="1782920"/>
                </a:cubicBezTo>
                <a:lnTo>
                  <a:pt x="0" y="209754"/>
                </a:lnTo>
                <a:cubicBezTo>
                  <a:pt x="0" y="93910"/>
                  <a:pt x="93910" y="0"/>
                  <a:pt x="209754" y="0"/>
                </a:cubicBezTo>
                <a:close/>
              </a:path>
            </a:pathLst>
          </a:custGeom>
          <a:solidFill>
            <a:srgbClr val="8F0F2D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61748D17-240A-FC81-62EF-7D181E3183CF}"/>
              </a:ext>
            </a:extLst>
          </p:cNvPr>
          <p:cNvSpPr/>
          <p:nvPr/>
        </p:nvSpPr>
        <p:spPr>
          <a:xfrm>
            <a:off x="8741798" y="1195937"/>
            <a:ext cx="1084006" cy="5044446"/>
          </a:xfrm>
          <a:custGeom>
            <a:avLst/>
            <a:gdLst/>
            <a:ahLst/>
            <a:cxnLst/>
            <a:rect l="l" t="t" r="r" b="b"/>
            <a:pathLst>
              <a:path w="419508" h="1992675">
                <a:moveTo>
                  <a:pt x="209754" y="0"/>
                </a:moveTo>
                <a:lnTo>
                  <a:pt x="209754" y="0"/>
                </a:lnTo>
                <a:cubicBezTo>
                  <a:pt x="325598" y="0"/>
                  <a:pt x="419508" y="93910"/>
                  <a:pt x="419508" y="209754"/>
                </a:cubicBezTo>
                <a:lnTo>
                  <a:pt x="419508" y="1782920"/>
                </a:lnTo>
                <a:cubicBezTo>
                  <a:pt x="419508" y="1898765"/>
                  <a:pt x="325598" y="1992675"/>
                  <a:pt x="209754" y="1992675"/>
                </a:cubicBezTo>
                <a:lnTo>
                  <a:pt x="209754" y="1992675"/>
                </a:lnTo>
                <a:cubicBezTo>
                  <a:pt x="93910" y="1992675"/>
                  <a:pt x="0" y="1898765"/>
                  <a:pt x="0" y="1782920"/>
                </a:cubicBezTo>
                <a:lnTo>
                  <a:pt x="0" y="209754"/>
                </a:lnTo>
                <a:cubicBezTo>
                  <a:pt x="0" y="93910"/>
                  <a:pt x="93910" y="0"/>
                  <a:pt x="209754" y="0"/>
                </a:cubicBezTo>
                <a:close/>
              </a:path>
            </a:pathLst>
          </a:custGeom>
          <a:solidFill>
            <a:srgbClr val="8F0F2D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940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0227F-D16D-B754-09CE-2FE3D8F8F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35630" y="6334125"/>
            <a:ext cx="213360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ar-EG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F2D19-1A6D-72A8-82A8-AD324B195A48}"/>
              </a:ext>
            </a:extLst>
          </p:cNvPr>
          <p:cNvSpPr txBox="1"/>
          <p:nvPr/>
        </p:nvSpPr>
        <p:spPr>
          <a:xfrm>
            <a:off x="2190750" y="2400300"/>
            <a:ext cx="3429000" cy="552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9D0F87B-64F9-A852-3C27-967C6CCE8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506959"/>
              </p:ext>
            </p:extLst>
          </p:nvPr>
        </p:nvGraphicFramePr>
        <p:xfrm>
          <a:off x="2043112" y="1585554"/>
          <a:ext cx="5057775" cy="2468878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624137">
                  <a:extLst>
                    <a:ext uri="{9D8B030D-6E8A-4147-A177-3AD203B41FA5}">
                      <a16:colId xmlns:a16="http://schemas.microsoft.com/office/drawing/2014/main" val="2518057339"/>
                    </a:ext>
                  </a:extLst>
                </a:gridCol>
                <a:gridCol w="2433638">
                  <a:extLst>
                    <a:ext uri="{9D8B030D-6E8A-4147-A177-3AD203B41FA5}">
                      <a16:colId xmlns:a16="http://schemas.microsoft.com/office/drawing/2014/main" val="2762411158"/>
                    </a:ext>
                  </a:extLst>
                </a:gridCol>
              </a:tblGrid>
              <a:tr h="409548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العنصر</a:t>
                      </a:r>
                      <a:endParaRPr lang="en-US" sz="18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j-cs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Systems</a:t>
                      </a:r>
                      <a:endParaRPr lang="en-US" sz="1800" b="1" kern="1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656836"/>
                  </a:ext>
                </a:extLst>
              </a:tr>
              <a:tr h="411866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✔</a:t>
                      </a: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833504"/>
                  </a:ext>
                </a:extLst>
              </a:tr>
              <a:tr h="411866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Active Cooling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✘</a:t>
                      </a: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046162"/>
                  </a:ext>
                </a:extLst>
              </a:tr>
              <a:tr h="411866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Thermal Signaling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✘</a:t>
                      </a: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085462"/>
                  </a:ext>
                </a:extLst>
              </a:tr>
              <a:tr h="411866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Automatic Control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1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✘</a:t>
                      </a:r>
                      <a:endParaRPr lang="en-US" sz="1400" dirty="0">
                        <a:effectLst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16972"/>
                  </a:ext>
                </a:extLst>
              </a:tr>
              <a:tr h="411866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Early Warning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</a:t>
                      </a: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1384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3FED641-D516-365A-B1EB-4B1C2D878533}"/>
              </a:ext>
            </a:extLst>
          </p:cNvPr>
          <p:cNvSpPr txBox="1"/>
          <p:nvPr/>
        </p:nvSpPr>
        <p:spPr>
          <a:xfrm>
            <a:off x="2276475" y="4380587"/>
            <a:ext cx="641032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2000" b="1" dirty="0"/>
              <a:t>فكرة المشروع</a:t>
            </a:r>
            <a:r>
              <a:rPr lang="en-US" sz="2000" b="1" dirty="0"/>
              <a:t>:</a:t>
            </a:r>
          </a:p>
          <a:p>
            <a:pPr algn="r" rtl="1"/>
            <a:r>
              <a:rPr lang="ar-SA" dirty="0"/>
              <a:t>مشروعنا يدمج</a:t>
            </a:r>
            <a:r>
              <a:rPr lang="en-US" dirty="0"/>
              <a:t>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Thermal Monitoring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Active Cooling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Thermal Semaphore</a:t>
            </a:r>
          </a:p>
          <a:p>
            <a:pPr lvl="1" algn="r" rtl="1"/>
            <a:r>
              <a:rPr lang="ar-SA" dirty="0"/>
              <a:t>داخل نظام ذكي واحد لتحسين أمان السكك الحديدية</a:t>
            </a:r>
            <a:r>
              <a:rPr lang="en-US" dirty="0"/>
              <a:t>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1B7E0B35-EA7E-8FAE-7DE2-03607FD79E3F}"/>
              </a:ext>
            </a:extLst>
          </p:cNvPr>
          <p:cNvSpPr/>
          <p:nvPr/>
        </p:nvSpPr>
        <p:spPr>
          <a:xfrm rot="6476755">
            <a:off x="7573123" y="-1150874"/>
            <a:ext cx="1930028" cy="2747078"/>
          </a:xfrm>
          <a:custGeom>
            <a:avLst/>
            <a:gdLst/>
            <a:ahLst/>
            <a:cxnLst/>
            <a:rect l="l" t="t" r="r" b="b"/>
            <a:pathLst>
              <a:path w="5557987" h="7604211">
                <a:moveTo>
                  <a:pt x="0" y="0"/>
                </a:moveTo>
                <a:lnTo>
                  <a:pt x="5557987" y="0"/>
                </a:lnTo>
                <a:lnTo>
                  <a:pt x="5557987" y="7604211"/>
                </a:lnTo>
                <a:lnTo>
                  <a:pt x="0" y="7604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DB1E53EE-9B29-43AF-6DED-967D49B5C88C}"/>
              </a:ext>
            </a:extLst>
          </p:cNvPr>
          <p:cNvSpPr/>
          <p:nvPr/>
        </p:nvSpPr>
        <p:spPr>
          <a:xfrm rot="-3296879">
            <a:off x="-456802" y="5217359"/>
            <a:ext cx="1726277" cy="2610967"/>
          </a:xfrm>
          <a:custGeom>
            <a:avLst/>
            <a:gdLst/>
            <a:ahLst/>
            <a:cxnLst/>
            <a:rect l="l" t="t" r="r" b="b"/>
            <a:pathLst>
              <a:path w="5557987" h="7604211">
                <a:moveTo>
                  <a:pt x="0" y="0"/>
                </a:moveTo>
                <a:lnTo>
                  <a:pt x="5557988" y="0"/>
                </a:lnTo>
                <a:lnTo>
                  <a:pt x="5557988" y="7604212"/>
                </a:lnTo>
                <a:lnTo>
                  <a:pt x="0" y="7604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11B2E08-6626-9DC7-90AB-0D5841AC9AE1}"/>
              </a:ext>
            </a:extLst>
          </p:cNvPr>
          <p:cNvSpPr txBox="1">
            <a:spLocks/>
          </p:cNvSpPr>
          <p:nvPr/>
        </p:nvSpPr>
        <p:spPr>
          <a:xfrm>
            <a:off x="457200" y="3413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 | </a:t>
            </a:r>
            <a:r>
              <a:rPr lang="ar-SA" sz="2400" dirty="0">
                <a:latin typeface="Times New Roman" panose="02020603050405020304" pitchFamily="18" charset="0"/>
                <a:cs typeface="(AH) Manal Black" pitchFamily="2" charset="-78"/>
              </a:rPr>
              <a:t>الدراسات المرجعية ذات الصلة</a:t>
            </a:r>
          </a:p>
        </p:txBody>
      </p:sp>
    </p:spTree>
    <p:extLst>
      <p:ext uri="{BB962C8B-B14F-4D97-AF65-F5344CB8AC3E}">
        <p14:creationId xmlns:p14="http://schemas.microsoft.com/office/powerpoint/2010/main" val="23034503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A6A77-DD04-64EC-BA4C-6887768F7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F3EF9B3-A135-9D4A-C28C-EDF4FD85BB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Problem Statement | </a:t>
            </a:r>
            <a:r>
              <a:rPr lang="ar-SA" sz="2400" dirty="0">
                <a:cs typeface="(AH) Manal Black" pitchFamily="2" charset="-78"/>
              </a:rPr>
              <a:t>المشكلة</a:t>
            </a:r>
            <a:endParaRPr lang="en-US" sz="2400" dirty="0">
              <a:cs typeface="(AH) Manal Black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79EE5-B343-9E04-0C35-BF6177000B6D}"/>
              </a:ext>
            </a:extLst>
          </p:cNvPr>
          <p:cNvSpPr txBox="1"/>
          <p:nvPr/>
        </p:nvSpPr>
        <p:spPr>
          <a:xfrm>
            <a:off x="1552575" y="1484313"/>
            <a:ext cx="71342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/>
              <a:t>المشكلة الرئيسية</a:t>
            </a:r>
            <a:r>
              <a:rPr lang="en-US" b="1" dirty="0"/>
              <a:t>:</a:t>
            </a:r>
          </a:p>
          <a:p>
            <a:pPr algn="r" rtl="1"/>
            <a:endParaRPr lang="en-US" dirty="0"/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ارتفاع درجات الحرارة يسبب </a:t>
            </a:r>
            <a:r>
              <a:rPr lang="en-US" dirty="0"/>
              <a:t> </a:t>
            </a:r>
            <a:r>
              <a:rPr lang="en-US" b="1" dirty="0"/>
              <a:t>Thermal Expansion</a:t>
            </a:r>
            <a:r>
              <a:rPr lang="en-US" dirty="0"/>
              <a:t> </a:t>
            </a:r>
            <a:r>
              <a:rPr lang="ar-SA" dirty="0"/>
              <a:t>للقضبان</a:t>
            </a:r>
            <a:r>
              <a:rPr lang="en-US" dirty="0"/>
              <a:t>.</a:t>
            </a:r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زيادة الإجهاد الحراري تؤدي إلى </a:t>
            </a:r>
            <a:r>
              <a:rPr lang="en-US" dirty="0"/>
              <a:t>.</a:t>
            </a:r>
            <a:r>
              <a:rPr lang="en-US" b="1" dirty="0"/>
              <a:t>Track Buckling</a:t>
            </a:r>
            <a:endParaRPr lang="en-US" dirty="0"/>
          </a:p>
          <a:p>
            <a:pPr lvl="0" algn="r" rtl="1">
              <a:lnSpc>
                <a:spcPct val="150000"/>
              </a:lnSpc>
            </a:pPr>
            <a:r>
              <a:rPr lang="ar-SA" dirty="0"/>
              <a:t>انبعاج القضبان قد يسبب</a:t>
            </a:r>
            <a:r>
              <a:rPr lang="en-US" dirty="0"/>
              <a:t>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خروج القطار عن القضبان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تقليل السرعات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تأخيرات تشغيلية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تهديد سلامة الركاب</a:t>
            </a:r>
            <a:endParaRPr lang="ar-EG" dirty="0"/>
          </a:p>
          <a:p>
            <a:pPr lvl="1" algn="r" rtl="1"/>
            <a:endParaRPr lang="en-US" dirty="0"/>
          </a:p>
          <a:p>
            <a:pPr algn="r" rtl="1">
              <a:lnSpc>
                <a:spcPct val="150000"/>
              </a:lnSpc>
            </a:pPr>
            <a:r>
              <a:rPr lang="ar-SA" b="1" dirty="0"/>
              <a:t>أسباب المشكلة</a:t>
            </a:r>
            <a:r>
              <a:rPr lang="en-US" b="1" dirty="0"/>
              <a:t>: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ارتفاع درجات الحرارة في فصل الصيف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امتصاص القضبان للحرارة الشمسية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Continuous Welded Rails (CWR)</a:t>
            </a:r>
          </a:p>
          <a:p>
            <a:pPr algn="r"/>
            <a:endParaRPr lang="en-US" dirty="0"/>
          </a:p>
        </p:txBody>
      </p:sp>
      <p:pic>
        <p:nvPicPr>
          <p:cNvPr id="11" name="صورة 1">
            <a:extLst>
              <a:ext uri="{FF2B5EF4-FFF2-40B4-BE49-F238E27FC236}">
                <a16:creationId xmlns:a16="http://schemas.microsoft.com/office/drawing/2014/main" id="{0DABC47B-7268-F40F-EBC1-AA357A7FD8E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28"/>
          <a:stretch>
            <a:fillRect/>
          </a:stretch>
        </p:blipFill>
        <p:spPr bwMode="auto">
          <a:xfrm>
            <a:off x="544011" y="1491656"/>
            <a:ext cx="2827800" cy="21705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صورة 1">
            <a:extLst>
              <a:ext uri="{FF2B5EF4-FFF2-40B4-BE49-F238E27FC236}">
                <a16:creationId xmlns:a16="http://schemas.microsoft.com/office/drawing/2014/main" id="{B5081A76-059E-B0F0-B814-FB2A8138F776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6" t="7493"/>
          <a:stretch>
            <a:fillRect/>
          </a:stretch>
        </p:blipFill>
        <p:spPr bwMode="auto">
          <a:xfrm>
            <a:off x="543468" y="3962400"/>
            <a:ext cx="2828382" cy="20673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11E568C6-33B5-C659-32A4-8F8763434877}"/>
              </a:ext>
            </a:extLst>
          </p:cNvPr>
          <p:cNvSpPr/>
          <p:nvPr/>
        </p:nvSpPr>
        <p:spPr>
          <a:xfrm rot="-10800000" flipV="1">
            <a:off x="187762" y="200619"/>
            <a:ext cx="1743966" cy="1887733"/>
          </a:xfrm>
          <a:custGeom>
            <a:avLst/>
            <a:gdLst/>
            <a:ahLst/>
            <a:cxnLst/>
            <a:rect l="l" t="t" r="r" b="b"/>
            <a:pathLst>
              <a:path w="3748209" h="4114800">
                <a:moveTo>
                  <a:pt x="0" y="4114800"/>
                </a:moveTo>
                <a:lnTo>
                  <a:pt x="3748209" y="4114800"/>
                </a:lnTo>
                <a:lnTo>
                  <a:pt x="374820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C2BDA151-FD2B-4B6D-61A4-3DD5A57C0581}"/>
              </a:ext>
            </a:extLst>
          </p:cNvPr>
          <p:cNvSpPr/>
          <p:nvPr/>
        </p:nvSpPr>
        <p:spPr>
          <a:xfrm rot="-10800000">
            <a:off x="189324" y="4428924"/>
            <a:ext cx="1743966" cy="2292551"/>
          </a:xfrm>
          <a:custGeom>
            <a:avLst/>
            <a:gdLst/>
            <a:ahLst/>
            <a:cxnLst/>
            <a:rect l="l" t="t" r="r" b="b"/>
            <a:pathLst>
              <a:path w="3748209" h="4114800">
                <a:moveTo>
                  <a:pt x="0" y="0"/>
                </a:moveTo>
                <a:lnTo>
                  <a:pt x="3748209" y="0"/>
                </a:lnTo>
                <a:lnTo>
                  <a:pt x="37482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1AD37FEF-C5B7-9388-C6BD-3AA1F00FBDE6}"/>
              </a:ext>
            </a:extLst>
          </p:cNvPr>
          <p:cNvSpPr/>
          <p:nvPr/>
        </p:nvSpPr>
        <p:spPr>
          <a:xfrm flipV="1">
            <a:off x="7210710" y="4428922"/>
            <a:ext cx="1743967" cy="2292551"/>
          </a:xfrm>
          <a:custGeom>
            <a:avLst/>
            <a:gdLst/>
            <a:ahLst/>
            <a:cxnLst/>
            <a:rect l="l" t="t" r="r" b="b"/>
            <a:pathLst>
              <a:path w="3748209" h="4114800">
                <a:moveTo>
                  <a:pt x="0" y="4114800"/>
                </a:moveTo>
                <a:lnTo>
                  <a:pt x="3748209" y="4114800"/>
                </a:lnTo>
                <a:lnTo>
                  <a:pt x="374820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1E34F328-CCBC-C1D7-7BAD-0F7BA5914900}"/>
              </a:ext>
            </a:extLst>
          </p:cNvPr>
          <p:cNvSpPr/>
          <p:nvPr/>
        </p:nvSpPr>
        <p:spPr>
          <a:xfrm>
            <a:off x="7217020" y="136525"/>
            <a:ext cx="1743967" cy="1951827"/>
          </a:xfrm>
          <a:custGeom>
            <a:avLst/>
            <a:gdLst/>
            <a:ahLst/>
            <a:cxnLst/>
            <a:rect l="l" t="t" r="r" b="b"/>
            <a:pathLst>
              <a:path w="3748209" h="4114800">
                <a:moveTo>
                  <a:pt x="0" y="0"/>
                </a:moveTo>
                <a:lnTo>
                  <a:pt x="3748209" y="0"/>
                </a:lnTo>
                <a:lnTo>
                  <a:pt x="37482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64E93FFF-0246-96F3-F6E0-8363C890184D}"/>
              </a:ext>
            </a:extLst>
          </p:cNvPr>
          <p:cNvSpPr/>
          <p:nvPr/>
        </p:nvSpPr>
        <p:spPr>
          <a:xfrm>
            <a:off x="3525159" y="136525"/>
            <a:ext cx="2098431" cy="363415"/>
          </a:xfrm>
          <a:custGeom>
            <a:avLst/>
            <a:gdLst/>
            <a:ahLst/>
            <a:cxnLst/>
            <a:rect l="l" t="t" r="r" b="b"/>
            <a:pathLst>
              <a:path w="5518805" h="839171">
                <a:moveTo>
                  <a:pt x="0" y="0"/>
                </a:moveTo>
                <a:lnTo>
                  <a:pt x="5518804" y="0"/>
                </a:lnTo>
                <a:lnTo>
                  <a:pt x="5518804" y="839171"/>
                </a:lnTo>
                <a:lnTo>
                  <a:pt x="0" y="8391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3ACE1C-73BA-06E6-1829-AC2436AD2896}"/>
              </a:ext>
            </a:extLst>
          </p:cNvPr>
          <p:cNvSpPr txBox="1"/>
          <p:nvPr/>
        </p:nvSpPr>
        <p:spPr>
          <a:xfrm>
            <a:off x="4267200" y="63424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ar-EG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3FD44EF-0628-E28A-4542-4E63BF41A51B}"/>
              </a:ext>
            </a:extLst>
          </p:cNvPr>
          <p:cNvGrpSpPr/>
          <p:nvPr/>
        </p:nvGrpSpPr>
        <p:grpSpPr>
          <a:xfrm>
            <a:off x="0" y="6568201"/>
            <a:ext cx="9144000" cy="699510"/>
            <a:chOff x="0" y="0"/>
            <a:chExt cx="2016948" cy="1429209"/>
          </a:xfrm>
          <a:solidFill>
            <a:srgbClr val="8F0F2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E93B98-1951-E6B8-5EC4-823AC7FC40CA}"/>
                </a:ext>
              </a:extLst>
            </p:cNvPr>
            <p:cNvSpPr/>
            <p:nvPr/>
          </p:nvSpPr>
          <p:spPr>
            <a:xfrm>
              <a:off x="0" y="0"/>
              <a:ext cx="2016948" cy="1429209"/>
            </a:xfrm>
            <a:custGeom>
              <a:avLst/>
              <a:gdLst/>
              <a:ahLst/>
              <a:cxnLst/>
              <a:rect l="l" t="t" r="r" b="b"/>
              <a:pathLst>
                <a:path w="2016948" h="1429209">
                  <a:moveTo>
                    <a:pt x="51558" y="0"/>
                  </a:moveTo>
                  <a:lnTo>
                    <a:pt x="1965390" y="0"/>
                  </a:lnTo>
                  <a:cubicBezTo>
                    <a:pt x="1979064" y="0"/>
                    <a:pt x="1992178" y="5432"/>
                    <a:pt x="2001847" y="15101"/>
                  </a:cubicBezTo>
                  <a:cubicBezTo>
                    <a:pt x="2011516" y="24770"/>
                    <a:pt x="2016948" y="37884"/>
                    <a:pt x="2016948" y="51558"/>
                  </a:cubicBezTo>
                  <a:lnTo>
                    <a:pt x="2016948" y="1377651"/>
                  </a:lnTo>
                  <a:cubicBezTo>
                    <a:pt x="2016948" y="1391325"/>
                    <a:pt x="2011516" y="1404439"/>
                    <a:pt x="2001847" y="1414108"/>
                  </a:cubicBezTo>
                  <a:cubicBezTo>
                    <a:pt x="1992178" y="1423777"/>
                    <a:pt x="1979064" y="1429209"/>
                    <a:pt x="1965390" y="1429209"/>
                  </a:cubicBezTo>
                  <a:lnTo>
                    <a:pt x="51558" y="1429209"/>
                  </a:lnTo>
                  <a:cubicBezTo>
                    <a:pt x="37884" y="1429209"/>
                    <a:pt x="24770" y="1423777"/>
                    <a:pt x="15101" y="1414108"/>
                  </a:cubicBezTo>
                  <a:cubicBezTo>
                    <a:pt x="5432" y="1404439"/>
                    <a:pt x="0" y="1391325"/>
                    <a:pt x="0" y="1377651"/>
                  </a:cubicBezTo>
                  <a:lnTo>
                    <a:pt x="0" y="51558"/>
                  </a:lnTo>
                  <a:cubicBezTo>
                    <a:pt x="0" y="37884"/>
                    <a:pt x="5432" y="24770"/>
                    <a:pt x="15101" y="15101"/>
                  </a:cubicBezTo>
                  <a:cubicBezTo>
                    <a:pt x="24770" y="5432"/>
                    <a:pt x="37884" y="0"/>
                    <a:pt x="5155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1B521939-ACAC-A9E6-8A1F-1B1986DDC354}"/>
                </a:ext>
              </a:extLst>
            </p:cNvPr>
            <p:cNvSpPr txBox="1"/>
            <p:nvPr/>
          </p:nvSpPr>
          <p:spPr>
            <a:xfrm>
              <a:off x="0" y="-333375"/>
              <a:ext cx="2016948" cy="17625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088E7-BFB7-A3B3-9EDC-B385B73A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09900" y="6471247"/>
            <a:ext cx="213360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ar-EG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C6D01C-74AF-28F1-BDF2-063A9F4D0740}"/>
              </a:ext>
            </a:extLst>
          </p:cNvPr>
          <p:cNvSpPr txBox="1">
            <a:spLocks/>
          </p:cNvSpPr>
          <p:nvPr/>
        </p:nvSpPr>
        <p:spPr>
          <a:xfrm>
            <a:off x="476250" y="1412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Current System Limitations | </a:t>
            </a:r>
            <a:r>
              <a:rPr lang="ar-SA" sz="2400" dirty="0">
                <a:cs typeface="(AH) Manal Black" pitchFamily="2" charset="-78"/>
              </a:rPr>
              <a:t>عيوب النظام الحالي</a:t>
            </a:r>
            <a:endParaRPr lang="en-US" sz="2400" dirty="0">
              <a:cs typeface="(AH) Manal Black" pitchFamily="2" charset="-78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7450847-B682-3096-5DF2-5A8593CDE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50478"/>
              </p:ext>
            </p:extLst>
          </p:nvPr>
        </p:nvGraphicFramePr>
        <p:xfrm>
          <a:off x="776287" y="1312863"/>
          <a:ext cx="7591425" cy="256798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3738562">
                  <a:extLst>
                    <a:ext uri="{9D8B030D-6E8A-4147-A177-3AD203B41FA5}">
                      <a16:colId xmlns:a16="http://schemas.microsoft.com/office/drawing/2014/main" val="1704830713"/>
                    </a:ext>
                  </a:extLst>
                </a:gridCol>
                <a:gridCol w="3852863">
                  <a:extLst>
                    <a:ext uri="{9D8B030D-6E8A-4147-A177-3AD203B41FA5}">
                      <a16:colId xmlns:a16="http://schemas.microsoft.com/office/drawing/2014/main" val="1816470704"/>
                    </a:ext>
                  </a:extLst>
                </a:gridCol>
              </a:tblGrid>
              <a:tr h="524828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kern="100" dirty="0">
                          <a:effectLst/>
                          <a:cs typeface="+mj-cs"/>
                        </a:rPr>
                        <a:t>النظام الحالي</a:t>
                      </a:r>
                      <a:r>
                        <a:rPr lang="en-US" sz="1800" kern="100" dirty="0">
                          <a:effectLst/>
                          <a:cs typeface="+mj-cs"/>
                        </a:rPr>
                        <a:t> (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System</a:t>
                      </a:r>
                      <a:r>
                        <a:rPr lang="en-US" sz="1800" kern="100" dirty="0">
                          <a:effectLst/>
                          <a:cs typeface="+mj-cs"/>
                        </a:rPr>
                        <a:t>)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3586" marR="3586" marT="3586" marB="3586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kern="100" dirty="0">
                          <a:effectLst/>
                          <a:cs typeface="+mj-cs"/>
                        </a:rPr>
                        <a:t>العيوب</a:t>
                      </a:r>
                      <a:r>
                        <a:rPr lang="en-US" sz="1800" kern="100" dirty="0">
                          <a:effectLst/>
                          <a:cs typeface="+mj-cs"/>
                        </a:rPr>
                        <a:t>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(Limitations</a:t>
                      </a:r>
                      <a:r>
                        <a:rPr lang="en-US" sz="1800" kern="100" dirty="0">
                          <a:effectLst/>
                          <a:cs typeface="+mj-cs"/>
                        </a:rPr>
                        <a:t>)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3586" marR="3586" marT="3586" marB="3586" anchor="ctr">
                    <a:solidFill>
                      <a:srgbClr val="8F0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535351"/>
                  </a:ext>
                </a:extLst>
              </a:tr>
              <a:tr h="467359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+mj-cs"/>
                        </a:rPr>
                        <a:t>Manual Temperature Measurement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3586" marR="3586" marT="3586" marB="3586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Response</a:t>
                      </a:r>
                      <a:endParaRPr lang="en-US" sz="1600" b="1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86" marR="3586" marT="3586" marB="3586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48497"/>
                  </a:ext>
                </a:extLst>
              </a:tr>
              <a:tr h="382050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+mj-cs"/>
                        </a:rPr>
                        <a:t>Speed Restrictions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3586" marR="3586" marT="3586" marB="3586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Human Errors</a:t>
                      </a:r>
                    </a:p>
                  </a:txBody>
                  <a:tcPr marL="3586" marR="3586" marT="3586" marB="358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96510"/>
                  </a:ext>
                </a:extLst>
              </a:tr>
              <a:tr h="382050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+mj-cs"/>
                        </a:rPr>
                        <a:t>Maintenance Teams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3586" marR="3586" marT="3586" marB="3586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Continuous Monitoring</a:t>
                      </a:r>
                    </a:p>
                  </a:txBody>
                  <a:tcPr marL="3586" marR="3586" marT="3586" marB="3586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768877"/>
                  </a:ext>
                </a:extLst>
              </a:tr>
              <a:tr h="382050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+mj-cs"/>
                        </a:rPr>
                        <a:t>Reactive Procedures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3586" marR="3586" marT="3586" marB="3586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1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b="1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الحلول الحالية</a:t>
                      </a:r>
                      <a:r>
                        <a:rPr lang="en-US" sz="1600" b="1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Reactive </a:t>
                      </a:r>
                      <a:r>
                        <a:rPr lang="ar-SA" sz="1600" b="1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وليست</a:t>
                      </a:r>
                      <a:r>
                        <a:rPr lang="ar-EG" sz="1600" b="1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Preventive</a:t>
                      </a:r>
                    </a:p>
                  </a:txBody>
                  <a:tcPr marL="3586" marR="3586" marT="3586" marB="358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779899"/>
                  </a:ext>
                </a:extLst>
              </a:tr>
              <a:tr h="42964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+mj-cs"/>
                        </a:rPr>
                        <a:t>Train Speed Reduction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+mj-cs"/>
                      </a:endParaRPr>
                    </a:p>
                  </a:txBody>
                  <a:tcPr marL="3586" marR="3586" marT="3586" marB="3586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b="1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يسبب تأخير القطارات</a:t>
                      </a:r>
                      <a:endParaRPr lang="en-US" sz="1600" b="1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86" marR="3586" marT="3586" marB="3586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36460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F3BC701-9A28-33BA-0BA3-BD1732E800B0}"/>
              </a:ext>
            </a:extLst>
          </p:cNvPr>
          <p:cNvSpPr txBox="1"/>
          <p:nvPr/>
        </p:nvSpPr>
        <p:spPr>
          <a:xfrm>
            <a:off x="952500" y="3973413"/>
            <a:ext cx="771525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ar-SA" b="1" dirty="0"/>
              <a:t>النتيجة</a:t>
            </a:r>
            <a:r>
              <a:rPr lang="en-US" b="1" dirty="0"/>
              <a:t>:</a:t>
            </a:r>
            <a:endParaRPr lang="en-US" dirty="0"/>
          </a:p>
          <a:p>
            <a:pPr algn="r" rtl="1">
              <a:lnSpc>
                <a:spcPct val="150000"/>
              </a:lnSpc>
            </a:pPr>
            <a:r>
              <a:rPr lang="ar-SA" dirty="0"/>
              <a:t>الحاجة إلى نظام ذكي يقوم بـ</a:t>
            </a:r>
            <a:r>
              <a:rPr lang="en-US" dirty="0"/>
              <a:t>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Continuous Monitoring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Automatic Cooling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Thermal Signaling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Early Warning</a:t>
            </a:r>
          </a:p>
          <a:p>
            <a:pPr algn="r"/>
            <a:endParaRPr lang="en-US" dirty="0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487B4843-2336-D3D1-E842-64ABE5E90B6B}"/>
              </a:ext>
            </a:extLst>
          </p:cNvPr>
          <p:cNvGrpSpPr/>
          <p:nvPr/>
        </p:nvGrpSpPr>
        <p:grpSpPr>
          <a:xfrm>
            <a:off x="-35168" y="-336689"/>
            <a:ext cx="9284676" cy="699510"/>
            <a:chOff x="0" y="0"/>
            <a:chExt cx="2016948" cy="1429209"/>
          </a:xfrm>
          <a:solidFill>
            <a:srgbClr val="8F0F2D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194ACA6D-A7FE-1E5A-71EB-2F0B261F3D80}"/>
                </a:ext>
              </a:extLst>
            </p:cNvPr>
            <p:cNvSpPr/>
            <p:nvPr/>
          </p:nvSpPr>
          <p:spPr>
            <a:xfrm>
              <a:off x="0" y="0"/>
              <a:ext cx="2016948" cy="1429209"/>
            </a:xfrm>
            <a:custGeom>
              <a:avLst/>
              <a:gdLst/>
              <a:ahLst/>
              <a:cxnLst/>
              <a:rect l="l" t="t" r="r" b="b"/>
              <a:pathLst>
                <a:path w="2016948" h="1429209">
                  <a:moveTo>
                    <a:pt x="51558" y="0"/>
                  </a:moveTo>
                  <a:lnTo>
                    <a:pt x="1965390" y="0"/>
                  </a:lnTo>
                  <a:cubicBezTo>
                    <a:pt x="1979064" y="0"/>
                    <a:pt x="1992178" y="5432"/>
                    <a:pt x="2001847" y="15101"/>
                  </a:cubicBezTo>
                  <a:cubicBezTo>
                    <a:pt x="2011516" y="24770"/>
                    <a:pt x="2016948" y="37884"/>
                    <a:pt x="2016948" y="51558"/>
                  </a:cubicBezTo>
                  <a:lnTo>
                    <a:pt x="2016948" y="1377651"/>
                  </a:lnTo>
                  <a:cubicBezTo>
                    <a:pt x="2016948" y="1391325"/>
                    <a:pt x="2011516" y="1404439"/>
                    <a:pt x="2001847" y="1414108"/>
                  </a:cubicBezTo>
                  <a:cubicBezTo>
                    <a:pt x="1992178" y="1423777"/>
                    <a:pt x="1979064" y="1429209"/>
                    <a:pt x="1965390" y="1429209"/>
                  </a:cubicBezTo>
                  <a:lnTo>
                    <a:pt x="51558" y="1429209"/>
                  </a:lnTo>
                  <a:cubicBezTo>
                    <a:pt x="37884" y="1429209"/>
                    <a:pt x="24770" y="1423777"/>
                    <a:pt x="15101" y="1414108"/>
                  </a:cubicBezTo>
                  <a:cubicBezTo>
                    <a:pt x="5432" y="1404439"/>
                    <a:pt x="0" y="1391325"/>
                    <a:pt x="0" y="1377651"/>
                  </a:cubicBezTo>
                  <a:lnTo>
                    <a:pt x="0" y="51558"/>
                  </a:lnTo>
                  <a:cubicBezTo>
                    <a:pt x="0" y="37884"/>
                    <a:pt x="5432" y="24770"/>
                    <a:pt x="15101" y="15101"/>
                  </a:cubicBezTo>
                  <a:cubicBezTo>
                    <a:pt x="24770" y="5432"/>
                    <a:pt x="37884" y="0"/>
                    <a:pt x="5155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9CE83DBF-2D8E-A560-C63D-9A7BBA00EC76}"/>
                </a:ext>
              </a:extLst>
            </p:cNvPr>
            <p:cNvSpPr txBox="1"/>
            <p:nvPr/>
          </p:nvSpPr>
          <p:spPr>
            <a:xfrm>
              <a:off x="0" y="-333375"/>
              <a:ext cx="2016948" cy="176258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51A82-C7C3-2047-039D-386148C5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EBC41D5-E418-8659-693B-7439F586C36F}"/>
              </a:ext>
            </a:extLst>
          </p:cNvPr>
          <p:cNvSpPr txBox="1">
            <a:spLocks/>
          </p:cNvSpPr>
          <p:nvPr/>
        </p:nvSpPr>
        <p:spPr>
          <a:xfrm>
            <a:off x="476250" y="1412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2400" dirty="0">
                <a:cs typeface="(AH) Manal Black" pitchFamily="2" charset="-78"/>
              </a:rPr>
              <a:t>طريقة الحل – تصميم النظام</a:t>
            </a:r>
            <a:endParaRPr lang="en-US" sz="2400" dirty="0">
              <a:cs typeface="(AH) Manal Black" pitchFamily="2" charset="-78"/>
            </a:endParaRPr>
          </a:p>
          <a:p>
            <a:r>
              <a:rPr lang="en-US" sz="2400" b="1" dirty="0"/>
              <a:t>Method of Solution – System Design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ACBC9-FEDB-4A19-1746-11736009A409}"/>
              </a:ext>
            </a:extLst>
          </p:cNvPr>
          <p:cNvSpPr txBox="1"/>
          <p:nvPr/>
        </p:nvSpPr>
        <p:spPr>
          <a:xfrm>
            <a:off x="476250" y="1131888"/>
            <a:ext cx="83343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/>
              <a:t>فكرة النظام المقترح</a:t>
            </a:r>
            <a:r>
              <a:rPr lang="ar-EG" b="1" dirty="0"/>
              <a:t> :</a:t>
            </a:r>
            <a:endParaRPr lang="en-US" dirty="0"/>
          </a:p>
          <a:p>
            <a:pPr algn="r" rtl="1">
              <a:lnSpc>
                <a:spcPct val="150000"/>
              </a:lnSpc>
            </a:pPr>
            <a:r>
              <a:rPr lang="ar-SA" sz="1600" b="1" dirty="0"/>
              <a:t>يعتمد مشروع </a:t>
            </a:r>
            <a:r>
              <a:rPr lang="en-US" sz="1600" b="1" dirty="0"/>
              <a:t>ARCTSS </a:t>
            </a:r>
            <a:r>
              <a:rPr lang="ar-SA" sz="1600" b="1" dirty="0"/>
              <a:t>على مراقبة درجة حرارة القضبان بشكل مستمر ثم تنفيذ تبريد تلقائي وإرسال إشارات حرارية طبقًا لحالة القضيب</a:t>
            </a:r>
            <a:r>
              <a:rPr lang="en-US" sz="1600" b="1" dirty="0"/>
              <a:t>.</a:t>
            </a:r>
          </a:p>
          <a:p>
            <a:pPr algn="r" rtl="1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9B2177-DBB2-7052-7C88-93220BFAF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206496"/>
              </p:ext>
            </p:extLst>
          </p:nvPr>
        </p:nvGraphicFramePr>
        <p:xfrm>
          <a:off x="819150" y="2249422"/>
          <a:ext cx="7543800" cy="216787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3790950">
                  <a:extLst>
                    <a:ext uri="{9D8B030D-6E8A-4147-A177-3AD203B41FA5}">
                      <a16:colId xmlns:a16="http://schemas.microsoft.com/office/drawing/2014/main" val="3071663381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3138364031"/>
                    </a:ext>
                  </a:extLst>
                </a:gridCol>
              </a:tblGrid>
              <a:tr h="344316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الجزء</a:t>
                      </a:r>
                      <a:endParaRPr lang="en-US" sz="18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j-cs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الوظيفة</a:t>
                      </a:r>
                      <a:endParaRPr lang="en-US" sz="18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j-cs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857905"/>
                  </a:ext>
                </a:extLst>
              </a:tr>
              <a:tr h="30837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DS18B20 Sensor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قياس درجة حرارة القضبان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j-cs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557459"/>
                  </a:ext>
                </a:extLst>
              </a:tr>
              <a:tr h="30837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Arduino UNO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معالجة البيانات واتخاذ القرار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j-cs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4462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Pump + Cooling Channels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تشغيل التبريد عند ارتفاع الحرارة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j-cs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829801"/>
                  </a:ext>
                </a:extLst>
              </a:tr>
              <a:tr h="30837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Relay Module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التحكم في تشغيل الأحمال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j-cs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757646"/>
                  </a:ext>
                </a:extLst>
              </a:tr>
              <a:tr h="30837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Thermal Semaphore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إعطاء إشارات تحذيرية حسب درجة الحرارة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j-cs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345127"/>
                  </a:ext>
                </a:extLst>
              </a:tr>
              <a:tr h="308374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LCD Display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عرض درجة الحرارة وحالة النظام</a:t>
                      </a:r>
                      <a:endParaRPr lang="en-US" sz="16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j-cs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27746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604047B-8C59-6EDE-63EF-084A54E62383}"/>
              </a:ext>
            </a:extLst>
          </p:cNvPr>
          <p:cNvSpPr txBox="1"/>
          <p:nvPr/>
        </p:nvSpPr>
        <p:spPr>
          <a:xfrm>
            <a:off x="1837594" y="4526777"/>
            <a:ext cx="62674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/>
              <a:t>آلية العمل</a:t>
            </a:r>
            <a:endParaRPr lang="en-US" dirty="0"/>
          </a:p>
          <a:p>
            <a:pPr marL="800100" lvl="1" indent="-342900" algn="r" rtl="1">
              <a:buFont typeface="+mj-lt"/>
              <a:buAutoNum type="arabicPeriod"/>
            </a:pPr>
            <a:r>
              <a:rPr lang="ar-SA" dirty="0"/>
              <a:t>قراءة درجة الحرارة من الحساسات</a:t>
            </a:r>
            <a:endParaRPr lang="en-US" dirty="0"/>
          </a:p>
          <a:p>
            <a:pPr marL="800100" lvl="1" indent="-342900" algn="r" rtl="1">
              <a:buFont typeface="+mj-lt"/>
              <a:buAutoNum type="arabicPeriod"/>
            </a:pPr>
            <a:r>
              <a:rPr lang="ar-SA" dirty="0"/>
              <a:t>مقارنة القيم بالحدود الحرارية المحددة</a:t>
            </a:r>
            <a:endParaRPr lang="en-US" dirty="0"/>
          </a:p>
          <a:p>
            <a:pPr marL="800100" lvl="1" indent="-342900" algn="r" rtl="1">
              <a:buFont typeface="+mj-lt"/>
              <a:buAutoNum type="arabicPeriod"/>
            </a:pPr>
            <a:r>
              <a:rPr lang="ar-SA" dirty="0"/>
              <a:t>تشغيل نظام التبريد تلقائيًا</a:t>
            </a:r>
            <a:endParaRPr lang="en-US" dirty="0"/>
          </a:p>
          <a:p>
            <a:pPr marL="800100" lvl="1" indent="-342900" algn="r" rtl="1">
              <a:buFont typeface="+mj-lt"/>
              <a:buAutoNum type="arabicPeriod"/>
            </a:pPr>
            <a:r>
              <a:rPr lang="ar-SA" dirty="0"/>
              <a:t>تغيير حالة الإشارة الحرارية</a:t>
            </a:r>
            <a:endParaRPr lang="en-US" dirty="0"/>
          </a:p>
          <a:p>
            <a:pPr marL="800100" lvl="1" indent="-342900" algn="r" rtl="1">
              <a:buFont typeface="+mj-lt"/>
              <a:buAutoNum type="arabicPeriod"/>
            </a:pPr>
            <a:r>
              <a:rPr lang="ar-SA" dirty="0"/>
              <a:t>إرسال</a:t>
            </a:r>
            <a:r>
              <a:rPr lang="en-US" dirty="0"/>
              <a:t> Warning </a:t>
            </a:r>
            <a:r>
              <a:rPr lang="ar-SA" dirty="0"/>
              <a:t>عند الوصول لدرجة خطرة</a:t>
            </a:r>
            <a:endParaRPr lang="en-US" dirty="0"/>
          </a:p>
          <a:p>
            <a:pPr algn="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6E454F-C09D-7961-6723-B66E375175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08" t="3761" r="14809" b="3738"/>
          <a:stretch>
            <a:fillRect/>
          </a:stretch>
        </p:blipFill>
        <p:spPr bwMode="auto">
          <a:xfrm rot="16200000">
            <a:off x="1617664" y="3799350"/>
            <a:ext cx="1184910" cy="27819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9925E4-79E4-4ABA-79CB-FC15C798C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57"/>
          <a:stretch>
            <a:fillRect/>
          </a:stretch>
        </p:blipFill>
        <p:spPr bwMode="auto">
          <a:xfrm>
            <a:off x="1266824" y="5828918"/>
            <a:ext cx="1657351" cy="9149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F6832FB8-29FD-97ED-46EA-BD2AE75825BD}"/>
              </a:ext>
            </a:extLst>
          </p:cNvPr>
          <p:cNvSpPr/>
          <p:nvPr/>
        </p:nvSpPr>
        <p:spPr>
          <a:xfrm>
            <a:off x="1" y="0"/>
            <a:ext cx="2133600" cy="2086050"/>
          </a:xfrm>
          <a:custGeom>
            <a:avLst/>
            <a:gdLst/>
            <a:ahLst/>
            <a:cxnLst/>
            <a:rect l="l" t="t" r="r" b="b"/>
            <a:pathLst>
              <a:path w="6169487" h="6402298">
                <a:moveTo>
                  <a:pt x="0" y="0"/>
                </a:moveTo>
                <a:lnTo>
                  <a:pt x="6169487" y="0"/>
                </a:lnTo>
                <a:lnTo>
                  <a:pt x="6169487" y="6402298"/>
                </a:lnTo>
                <a:lnTo>
                  <a:pt x="0" y="6402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CC70301F-D821-CF6B-ACC2-76C593B2DCF5}"/>
              </a:ext>
            </a:extLst>
          </p:cNvPr>
          <p:cNvSpPr/>
          <p:nvPr/>
        </p:nvSpPr>
        <p:spPr>
          <a:xfrm rot="10800000">
            <a:off x="7010397" y="4826663"/>
            <a:ext cx="2133601" cy="2031327"/>
          </a:xfrm>
          <a:custGeom>
            <a:avLst/>
            <a:gdLst/>
            <a:ahLst/>
            <a:cxnLst/>
            <a:rect l="l" t="t" r="r" b="b"/>
            <a:pathLst>
              <a:path w="6169487" h="6402298">
                <a:moveTo>
                  <a:pt x="0" y="0"/>
                </a:moveTo>
                <a:lnTo>
                  <a:pt x="6169487" y="0"/>
                </a:lnTo>
                <a:lnTo>
                  <a:pt x="6169487" y="6402298"/>
                </a:lnTo>
                <a:lnTo>
                  <a:pt x="0" y="6402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4220639-46EC-7B69-0F0F-2AE74EE64F22}"/>
              </a:ext>
            </a:extLst>
          </p:cNvPr>
          <p:cNvSpPr txBox="1">
            <a:spLocks/>
          </p:cNvSpPr>
          <p:nvPr/>
        </p:nvSpPr>
        <p:spPr>
          <a:xfrm>
            <a:off x="3009900" y="64014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ar-EG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0851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ستطيل 2">
            <a:extLst>
              <a:ext uri="{FF2B5EF4-FFF2-40B4-BE49-F238E27FC236}">
                <a16:creationId xmlns:a16="http://schemas.microsoft.com/office/drawing/2014/main" id="{2391DDBF-2629-BB9E-27E8-6C8C216EBC69}"/>
              </a:ext>
            </a:extLst>
          </p:cNvPr>
          <p:cNvSpPr/>
          <p:nvPr/>
        </p:nvSpPr>
        <p:spPr bwMode="auto">
          <a:xfrm>
            <a:off x="0" y="9524"/>
            <a:ext cx="9144000" cy="6848475"/>
          </a:xfrm>
          <a:prstGeom prst="rect">
            <a:avLst/>
          </a:prstGeom>
          <a:solidFill>
            <a:srgbClr val="8F0F2D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/>
          <a:lstStyle/>
          <a:p>
            <a:pPr defTabSz="762000">
              <a:spcBef>
                <a:spcPct val="50000"/>
              </a:spcBef>
              <a:defRPr/>
            </a:pPr>
            <a:endParaRPr lang="ar-EG">
              <a:solidFill>
                <a:schemeClr val="tx1"/>
              </a:solidFill>
            </a:endParaRPr>
          </a:p>
        </p:txBody>
      </p:sp>
      <p:pic>
        <p:nvPicPr>
          <p:cNvPr id="10" name="صورة 4">
            <a:extLst>
              <a:ext uri="{FF2B5EF4-FFF2-40B4-BE49-F238E27FC236}">
                <a16:creationId xmlns:a16="http://schemas.microsoft.com/office/drawing/2014/main" id="{33D0A945-F157-68CA-AD75-4B53E891F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412749"/>
            <a:ext cx="8474075" cy="605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F27686B-6320-50B9-3E5E-CC7E8E0EFC71}"/>
              </a:ext>
            </a:extLst>
          </p:cNvPr>
          <p:cNvSpPr txBox="1">
            <a:spLocks/>
          </p:cNvSpPr>
          <p:nvPr/>
        </p:nvSpPr>
        <p:spPr>
          <a:xfrm>
            <a:off x="476250" y="2819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2400" dirty="0">
                <a:cs typeface="(AH) Manal Black" pitchFamily="2" charset="-78"/>
              </a:rPr>
              <a:t>طريقة الحل – آلية التشغيل</a:t>
            </a:r>
            <a:endParaRPr lang="en-US" sz="2400" dirty="0">
              <a:cs typeface="(AH) Manal Black" pitchFamily="2" charset="-78"/>
            </a:endParaRPr>
          </a:p>
          <a:p>
            <a:r>
              <a:rPr lang="en-US" sz="2400" b="1" dirty="0"/>
              <a:t>Method of Solution – Operation Mechanism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D286A-9736-7EC4-A507-4765A6629D50}"/>
              </a:ext>
            </a:extLst>
          </p:cNvPr>
          <p:cNvSpPr txBox="1"/>
          <p:nvPr/>
        </p:nvSpPr>
        <p:spPr>
          <a:xfrm>
            <a:off x="7081837" y="1367242"/>
            <a:ext cx="1647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/>
              <a:t>حالات تشغيل النظام</a:t>
            </a:r>
            <a:endParaRPr lang="en-US" dirty="0"/>
          </a:p>
          <a:p>
            <a:pPr algn="r" rtl="1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958669-600A-47AC-4AFA-B60B2868F914}"/>
              </a:ext>
            </a:extLst>
          </p:cNvPr>
          <p:cNvSpPr txBox="1"/>
          <p:nvPr/>
        </p:nvSpPr>
        <p:spPr>
          <a:xfrm>
            <a:off x="3028951" y="4365105"/>
            <a:ext cx="565784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>
                <a:cs typeface="+mj-cs"/>
              </a:rPr>
              <a:t>مميزات الحل المقترح</a:t>
            </a:r>
            <a:endParaRPr lang="en-US" dirty="0">
              <a:cs typeface="+mj-cs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600" dirty="0">
                <a:cs typeface="+mj-cs"/>
              </a:rPr>
              <a:t>Fully Automatic System</a:t>
            </a:r>
            <a:endParaRPr lang="ar-EG" sz="1600" dirty="0">
              <a:cs typeface="+mj-cs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600" dirty="0">
                <a:cs typeface="+mj-cs"/>
              </a:rPr>
              <a:t>Continuous Real-Time Monitoring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600" dirty="0">
                <a:cs typeface="+mj-cs"/>
              </a:rPr>
              <a:t>Fast Response to Temperature Rise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1600" dirty="0">
                <a:cs typeface="+mj-cs"/>
              </a:rPr>
              <a:t>تقليل احتمالية</a:t>
            </a:r>
            <a:r>
              <a:rPr lang="ar-EG" sz="1600" dirty="0">
                <a:cs typeface="+mj-cs"/>
              </a:rPr>
              <a:t> </a:t>
            </a:r>
            <a:r>
              <a:rPr lang="en-US" sz="1600" dirty="0">
                <a:cs typeface="+mj-cs"/>
              </a:rPr>
              <a:t> Track Buckling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1600" dirty="0">
                <a:cs typeface="+mj-cs"/>
              </a:rPr>
              <a:t>تحسين مستوى الأمان والسلامة</a:t>
            </a:r>
            <a:endParaRPr lang="ar-EG" sz="1600" dirty="0">
              <a:cs typeface="+mj-cs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1600" dirty="0">
                <a:cs typeface="+mj-cs"/>
              </a:rPr>
              <a:t>تقليل الحاجة إلى</a:t>
            </a:r>
            <a:r>
              <a:rPr lang="en-US" sz="1600" dirty="0">
                <a:cs typeface="+mj-cs"/>
              </a:rPr>
              <a:t> Speed Restrictions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DECFA-B18C-9593-23D0-133858AD09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71" b="89736" l="9984" r="95254">
                        <a14:foregroundMark x1="88216" y1="44282" x2="88216" y2="44282"/>
                        <a14:foregroundMark x1="95254" y1="39003" x2="95254" y2="39003"/>
                        <a14:backgroundMark x1="95581" y1="39589" x2="95581" y2="39589"/>
                        <a14:backgroundMark x1="95254" y1="39003" x2="95254" y2="39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059"/>
          <a:stretch>
            <a:fillRect/>
          </a:stretch>
        </p:blipFill>
        <p:spPr bwMode="auto">
          <a:xfrm>
            <a:off x="779355" y="4365105"/>
            <a:ext cx="2381346" cy="2180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A75496-047D-5ED7-B0F1-A7CB7118162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462" b="97431" l="8969" r="89238">
                        <a14:foregroundMark x1="50224" y1="17787" x2="60033" y2="42512"/>
                        <a14:foregroundMark x1="54260" y1="19368" x2="52915" y2="39130"/>
                        <a14:foregroundMark x1="67713" y1="11462" x2="38117" y2="34783"/>
                        <a14:foregroundMark x1="38117" y1="34783" x2="68610" y2="19763"/>
                        <a14:foregroundMark x1="68610" y1="19763" x2="68610" y2="13439"/>
                        <a14:foregroundMark x1="57848" y1="48419" x2="56951" y2="83202"/>
                        <a14:foregroundMark x1="56951" y1="83202" x2="45291" y2="55534"/>
                        <a14:foregroundMark x1="45291" y1="55534" x2="48430" y2="39328"/>
                        <a14:foregroundMark x1="40359" y1="93281" x2="64126" y2="90514"/>
                        <a14:foregroundMark x1="62332" y1="14625" x2="46637" y2="13439"/>
                        <a14:foregroundMark x1="51121" y1="12648" x2="36771" y2="11462"/>
                        <a14:foregroundMark x1="71300" y1="14625" x2="69507" y2="30830"/>
                        <a14:backgroundMark x1="78464" y1="18895" x2="77130" y2="32411"/>
                        <a14:backgroundMark x1="78924" y1="14229" x2="78869" y2="14787"/>
                        <a14:backgroundMark x1="40359" y1="98221" x2="40359" y2="98221"/>
                        <a14:backgroundMark x1="47534" y1="96640" x2="40359" y2="97036"/>
                        <a14:backgroundMark x1="38565" y1="97826" x2="44843" y2="99012"/>
                        <a14:backgroundMark x1="38565" y1="97036" x2="40359" y2="97431"/>
                        <a14:backgroundMark x1="16592" y1="88933" x2="21076" y2="97431"/>
                        <a14:backgroundMark x1="64126" y1="46047" x2="68610" y2="47628"/>
                        <a14:backgroundMark x1="65022" y1="48024" x2="65022" y2="48024"/>
                        <a14:backgroundMark x1="64126" y1="48024" x2="64126" y2="40909"/>
                        <a14:backgroundMark x1="61435" y1="42095" x2="68610" y2="460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06" b="2010"/>
          <a:stretch>
            <a:fillRect/>
          </a:stretch>
        </p:blipFill>
        <p:spPr bwMode="auto">
          <a:xfrm>
            <a:off x="3412884" y="4239291"/>
            <a:ext cx="1054343" cy="209588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EFAAE16-C21F-8155-50AF-E688BAF7BCFC}"/>
              </a:ext>
            </a:extLst>
          </p:cNvPr>
          <p:cNvSpPr txBox="1">
            <a:spLocks/>
          </p:cNvSpPr>
          <p:nvPr/>
        </p:nvSpPr>
        <p:spPr>
          <a:xfrm>
            <a:off x="2860797" y="6458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ar-EG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F2956E-6FE9-F0D1-7BDD-1E4DF2A9B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239186"/>
              </p:ext>
            </p:extLst>
          </p:nvPr>
        </p:nvGraphicFramePr>
        <p:xfrm>
          <a:off x="457200" y="1875430"/>
          <a:ext cx="8229600" cy="205740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419351">
                  <a:extLst>
                    <a:ext uri="{9D8B030D-6E8A-4147-A177-3AD203B41FA5}">
                      <a16:colId xmlns:a16="http://schemas.microsoft.com/office/drawing/2014/main" val="291101869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18039569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1521243135"/>
                    </a:ext>
                  </a:extLst>
                </a:gridCol>
                <a:gridCol w="1695449">
                  <a:extLst>
                    <a:ext uri="{9D8B030D-6E8A-4147-A177-3AD203B41FA5}">
                      <a16:colId xmlns:a16="http://schemas.microsoft.com/office/drawing/2014/main" val="414296932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Rail Temperature (°C)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1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8864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 40°C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2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🟢 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2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 km/h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4984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40°C &amp; &lt; 45°C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Cooling + Early Warning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🟢 Flashing 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 km/h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45441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45°C &amp; &lt; 50°C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Cooling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2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🟡 Yellow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2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 km/h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4978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≥ 50°C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1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🔴 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km/h (Stop)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124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3801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AD53C40-B6D4-F300-49D9-77B8B1720891}"/>
              </a:ext>
            </a:extLst>
          </p:cNvPr>
          <p:cNvSpPr txBox="1">
            <a:spLocks/>
          </p:cNvSpPr>
          <p:nvPr/>
        </p:nvSpPr>
        <p:spPr>
          <a:xfrm>
            <a:off x="476250" y="1412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/>
            <a:r>
              <a:rPr lang="ar-SA" sz="2400" dirty="0">
                <a:cs typeface="(AH) Manal Black" pitchFamily="2" charset="-78"/>
              </a:rPr>
              <a:t>النتائج التي تم الحصول عليها</a:t>
            </a:r>
            <a:r>
              <a:rPr lang="ar-EG" sz="2400" dirty="0">
                <a:cs typeface="(AH) Manal Black" pitchFamily="2" charset="-78"/>
              </a:rPr>
              <a:t> </a:t>
            </a:r>
            <a:r>
              <a:rPr lang="en-US" sz="2400" b="1" dirty="0"/>
              <a:t>|</a:t>
            </a:r>
            <a:r>
              <a:rPr lang="ar-EG" sz="2400" b="1" dirty="0"/>
              <a:t> </a:t>
            </a:r>
            <a:r>
              <a:rPr lang="en-US" sz="2400" b="1" dirty="0"/>
              <a:t>Obtained Results</a:t>
            </a:r>
            <a:r>
              <a:rPr lang="ar-EG" sz="2400" b="1" dirty="0"/>
              <a:t> 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57368-59B3-823A-5461-48B42252158B}"/>
              </a:ext>
            </a:extLst>
          </p:cNvPr>
          <p:cNvSpPr txBox="1"/>
          <p:nvPr/>
        </p:nvSpPr>
        <p:spPr>
          <a:xfrm>
            <a:off x="7105650" y="1099622"/>
            <a:ext cx="1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/>
              <a:t>نتائج اختبار النظام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DB845F-FF18-410C-734E-6AC24D774882}"/>
              </a:ext>
            </a:extLst>
          </p:cNvPr>
          <p:cNvSpPr txBox="1"/>
          <p:nvPr/>
        </p:nvSpPr>
        <p:spPr>
          <a:xfrm>
            <a:off x="4074795" y="4267962"/>
            <a:ext cx="4486275" cy="2685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b="1" dirty="0"/>
              <a:t>النتائج العملية</a:t>
            </a:r>
            <a:endParaRPr lang="en-US" dirty="0"/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1600" dirty="0"/>
              <a:t>نجاح النظام في اكتشاف ارتفاع الحرارة مبكرًا</a:t>
            </a:r>
            <a:endParaRPr lang="ar-EG" sz="1600" dirty="0"/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1600" dirty="0"/>
              <a:t>تشغيل نظام التبريد تلقائيًا عند تجاوز الحد المسموح</a:t>
            </a:r>
            <a:endParaRPr lang="ar-EG" sz="1600" dirty="0"/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1600" dirty="0"/>
              <a:t>تغيير الإشارات الحرارية حسب حالة القضيب</a:t>
            </a:r>
            <a:endParaRPr lang="ar-EG" sz="1600" dirty="0"/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1600" dirty="0"/>
              <a:t>تقليل احتمالية حدوث</a:t>
            </a:r>
            <a:r>
              <a:rPr lang="en-US" sz="1600" dirty="0"/>
              <a:t> Track Buckling</a:t>
            </a:r>
            <a:endParaRPr lang="ar-EG" sz="1600" dirty="0"/>
          </a:p>
          <a:p>
            <a:pPr marL="742950" lvl="1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1600" dirty="0"/>
              <a:t>تحسين مستوى الأمان التشغيلي</a:t>
            </a:r>
            <a:endParaRPr lang="en-US" sz="1600" dirty="0"/>
          </a:p>
          <a:p>
            <a:pPr algn="r" rtl="1">
              <a:lnSpc>
                <a:spcPct val="150000"/>
              </a:lnSpc>
            </a:pPr>
            <a:endParaRPr lang="en-US" sz="1600" dirty="0"/>
          </a:p>
        </p:txBody>
      </p:sp>
      <p:pic>
        <p:nvPicPr>
          <p:cNvPr id="5" name="صورة 1">
            <a:extLst>
              <a:ext uri="{FF2B5EF4-FFF2-40B4-BE49-F238E27FC236}">
                <a16:creationId xmlns:a16="http://schemas.microsoft.com/office/drawing/2014/main" id="{3B383609-83A6-781D-0822-3D1745BA86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6" t="-552" r="2532" b="7200"/>
          <a:stretch>
            <a:fillRect/>
          </a:stretch>
        </p:blipFill>
        <p:spPr bwMode="auto">
          <a:xfrm>
            <a:off x="2617470" y="4869720"/>
            <a:ext cx="1583055" cy="13709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صورة 1">
            <a:extLst>
              <a:ext uri="{FF2B5EF4-FFF2-40B4-BE49-F238E27FC236}">
                <a16:creationId xmlns:a16="http://schemas.microsoft.com/office/drawing/2014/main" id="{39E1C407-5836-40AA-1FBB-2770941B7F1F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6" r="11797"/>
          <a:stretch>
            <a:fillRect/>
          </a:stretch>
        </p:blipFill>
        <p:spPr bwMode="auto">
          <a:xfrm>
            <a:off x="523875" y="4869720"/>
            <a:ext cx="1917700" cy="12937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AE09936D-6CC7-D7DC-2CFE-750983E9134F}"/>
              </a:ext>
            </a:extLst>
          </p:cNvPr>
          <p:cNvSpPr/>
          <p:nvPr/>
        </p:nvSpPr>
        <p:spPr>
          <a:xfrm>
            <a:off x="-662901" y="1127761"/>
            <a:ext cx="1084006" cy="5044446"/>
          </a:xfrm>
          <a:custGeom>
            <a:avLst/>
            <a:gdLst/>
            <a:ahLst/>
            <a:cxnLst/>
            <a:rect l="l" t="t" r="r" b="b"/>
            <a:pathLst>
              <a:path w="419508" h="1992675">
                <a:moveTo>
                  <a:pt x="209754" y="0"/>
                </a:moveTo>
                <a:lnTo>
                  <a:pt x="209754" y="0"/>
                </a:lnTo>
                <a:cubicBezTo>
                  <a:pt x="325598" y="0"/>
                  <a:pt x="419508" y="93910"/>
                  <a:pt x="419508" y="209754"/>
                </a:cubicBezTo>
                <a:lnTo>
                  <a:pt x="419508" y="1782920"/>
                </a:lnTo>
                <a:cubicBezTo>
                  <a:pt x="419508" y="1898765"/>
                  <a:pt x="325598" y="1992675"/>
                  <a:pt x="209754" y="1992675"/>
                </a:cubicBezTo>
                <a:lnTo>
                  <a:pt x="209754" y="1992675"/>
                </a:lnTo>
                <a:cubicBezTo>
                  <a:pt x="93910" y="1992675"/>
                  <a:pt x="0" y="1898765"/>
                  <a:pt x="0" y="1782920"/>
                </a:cubicBezTo>
                <a:lnTo>
                  <a:pt x="0" y="209754"/>
                </a:lnTo>
                <a:cubicBezTo>
                  <a:pt x="0" y="93910"/>
                  <a:pt x="93910" y="0"/>
                  <a:pt x="209754" y="0"/>
                </a:cubicBezTo>
                <a:close/>
              </a:path>
            </a:pathLst>
          </a:custGeom>
          <a:solidFill>
            <a:srgbClr val="8F0F2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C6DB251-CBFB-4C89-8293-5A5454980D3E}"/>
              </a:ext>
            </a:extLst>
          </p:cNvPr>
          <p:cNvSpPr/>
          <p:nvPr/>
        </p:nvSpPr>
        <p:spPr>
          <a:xfrm>
            <a:off x="8741798" y="1195937"/>
            <a:ext cx="1084006" cy="5044446"/>
          </a:xfrm>
          <a:custGeom>
            <a:avLst/>
            <a:gdLst/>
            <a:ahLst/>
            <a:cxnLst/>
            <a:rect l="l" t="t" r="r" b="b"/>
            <a:pathLst>
              <a:path w="419508" h="1992675">
                <a:moveTo>
                  <a:pt x="209754" y="0"/>
                </a:moveTo>
                <a:lnTo>
                  <a:pt x="209754" y="0"/>
                </a:lnTo>
                <a:cubicBezTo>
                  <a:pt x="325598" y="0"/>
                  <a:pt x="419508" y="93910"/>
                  <a:pt x="419508" y="209754"/>
                </a:cubicBezTo>
                <a:lnTo>
                  <a:pt x="419508" y="1782920"/>
                </a:lnTo>
                <a:cubicBezTo>
                  <a:pt x="419508" y="1898765"/>
                  <a:pt x="325598" y="1992675"/>
                  <a:pt x="209754" y="1992675"/>
                </a:cubicBezTo>
                <a:lnTo>
                  <a:pt x="209754" y="1992675"/>
                </a:lnTo>
                <a:cubicBezTo>
                  <a:pt x="93910" y="1992675"/>
                  <a:pt x="0" y="1898765"/>
                  <a:pt x="0" y="1782920"/>
                </a:cubicBezTo>
                <a:lnTo>
                  <a:pt x="0" y="209754"/>
                </a:lnTo>
                <a:cubicBezTo>
                  <a:pt x="0" y="93910"/>
                  <a:pt x="93910" y="0"/>
                  <a:pt x="209754" y="0"/>
                </a:cubicBezTo>
                <a:close/>
              </a:path>
            </a:pathLst>
          </a:custGeom>
          <a:solidFill>
            <a:srgbClr val="8F0F2D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52BBD-A6C1-B1F1-3242-7C0378F25E1F}"/>
              </a:ext>
            </a:extLst>
          </p:cNvPr>
          <p:cNvSpPr txBox="1"/>
          <p:nvPr/>
        </p:nvSpPr>
        <p:spPr>
          <a:xfrm>
            <a:off x="2228850" y="638824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ar-EG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FCE6F8-6131-D157-42E0-9040D665E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120174"/>
              </p:ext>
            </p:extLst>
          </p:nvPr>
        </p:nvGraphicFramePr>
        <p:xfrm>
          <a:off x="1409700" y="1491695"/>
          <a:ext cx="6210300" cy="2860087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3105150">
                  <a:extLst>
                    <a:ext uri="{9D8B030D-6E8A-4147-A177-3AD203B41FA5}">
                      <a16:colId xmlns:a16="http://schemas.microsoft.com/office/drawing/2014/main" val="2471270250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3138149692"/>
                    </a:ext>
                  </a:extLst>
                </a:gridCol>
              </a:tblGrid>
              <a:tr h="474472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العنصر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النتيجة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691737"/>
                  </a:ext>
                </a:extLst>
              </a:tr>
              <a:tr h="47712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قياس درجة الحرارة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Temperature Monitoring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909263"/>
                  </a:ext>
                </a:extLst>
              </a:tr>
              <a:tr h="47712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سرعة الاستجابة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Response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169219"/>
                  </a:ext>
                </a:extLst>
              </a:tr>
              <a:tr h="47712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تشغيل التبريد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Activation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827100"/>
                  </a:ext>
                </a:extLst>
              </a:tr>
              <a:tr h="47712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الإشارات الحرارية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 Signal Transition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695789"/>
                  </a:ext>
                </a:extLst>
              </a:tr>
              <a:tr h="47712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التحكم الآلي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Automatic Control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63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0744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6A8126-A99C-71C8-75EE-84E59D7B9A49}"/>
              </a:ext>
            </a:extLst>
          </p:cNvPr>
          <p:cNvSpPr txBox="1">
            <a:spLocks/>
          </p:cNvSpPr>
          <p:nvPr/>
        </p:nvSpPr>
        <p:spPr>
          <a:xfrm>
            <a:off x="476250" y="1412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/>
            <a:r>
              <a:rPr lang="ar-SA" sz="2400" dirty="0">
                <a:cs typeface="(AH) Manal Black" pitchFamily="2" charset="-78"/>
              </a:rPr>
              <a:t>تحليل الأداء والنتائج</a:t>
            </a:r>
            <a:r>
              <a:rPr lang="en-US" sz="2400" b="1" dirty="0"/>
              <a:t>Performance Analysis &amp; Results | </a:t>
            </a:r>
            <a:r>
              <a:rPr lang="ar-EG" sz="2400" b="1" dirty="0"/>
              <a:t> 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AAC36-AFA8-DA94-39FE-7C1476A72249}"/>
              </a:ext>
            </a:extLst>
          </p:cNvPr>
          <p:cNvSpPr txBox="1"/>
          <p:nvPr/>
        </p:nvSpPr>
        <p:spPr>
          <a:xfrm>
            <a:off x="6124575" y="1447800"/>
            <a:ext cx="242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/>
              <a:t>مقارنة قبل وبعد تطبيق النظام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3EE57C-57C0-C927-3455-3C1DCC22B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948443"/>
              </p:ext>
            </p:extLst>
          </p:nvPr>
        </p:nvGraphicFramePr>
        <p:xfrm>
          <a:off x="1738312" y="1981200"/>
          <a:ext cx="5667376" cy="238968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833688">
                  <a:extLst>
                    <a:ext uri="{9D8B030D-6E8A-4147-A177-3AD203B41FA5}">
                      <a16:colId xmlns:a16="http://schemas.microsoft.com/office/drawing/2014/main" val="2003634114"/>
                    </a:ext>
                  </a:extLst>
                </a:gridCol>
                <a:gridCol w="2833688">
                  <a:extLst>
                    <a:ext uri="{9D8B030D-6E8A-4147-A177-3AD203B41FA5}">
                      <a16:colId xmlns:a16="http://schemas.microsoft.com/office/drawing/2014/main" val="3671068539"/>
                    </a:ext>
                  </a:extLst>
                </a:gridCol>
              </a:tblGrid>
              <a:tr h="397817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Before 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ARCTSS</a:t>
                      </a:r>
                      <a:endParaRPr lang="en-US" sz="1800" b="1" kern="1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Aftar ARCTSS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20988"/>
                  </a:ext>
                </a:extLst>
              </a:tr>
              <a:tr h="39837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Monitoring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Monitoring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64529"/>
                  </a:ext>
                </a:extLst>
              </a:tr>
              <a:tr h="39837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Response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Response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543641"/>
                  </a:ext>
                </a:extLst>
              </a:tr>
              <a:tr h="39837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 Restrictions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Restrictions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912302"/>
                  </a:ext>
                </a:extLst>
              </a:tr>
              <a:tr h="39837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Thermal Risk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Safety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769"/>
                  </a:ext>
                </a:extLst>
              </a:tr>
              <a:tr h="398373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Reactive Actions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Preventive Actions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679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53A47BD-87A6-A493-CCB2-0A3B16D63FCF}"/>
              </a:ext>
            </a:extLst>
          </p:cNvPr>
          <p:cNvSpPr txBox="1"/>
          <p:nvPr/>
        </p:nvSpPr>
        <p:spPr>
          <a:xfrm>
            <a:off x="2990851" y="4397662"/>
            <a:ext cx="55626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b="1" dirty="0"/>
              <a:t>الاستنتاج</a:t>
            </a:r>
            <a:endParaRPr lang="en-US" dirty="0"/>
          </a:p>
          <a:p>
            <a:pPr algn="r" rtl="1">
              <a:lnSpc>
                <a:spcPct val="200000"/>
              </a:lnSpc>
            </a:pPr>
            <a:r>
              <a:rPr lang="ar-SA" dirty="0"/>
              <a:t>أثبت النظام إمكانية</a:t>
            </a:r>
            <a:r>
              <a:rPr lang="en-US" dirty="0"/>
              <a:t>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تحسين سلامة السكك الحديدية</a:t>
            </a:r>
            <a:endParaRPr lang="ar-EG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تقليل التأخيرات التشغيلية</a:t>
            </a:r>
            <a:endParaRPr lang="ar-EG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توفير مراقبة حرارية مستمرة</a:t>
            </a:r>
            <a:endParaRPr lang="ar-EG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دعم أنظمة</a:t>
            </a:r>
            <a:r>
              <a:rPr lang="en-US" dirty="0"/>
              <a:t> Smart Railway </a:t>
            </a:r>
            <a:r>
              <a:rPr lang="ar-SA" dirty="0"/>
              <a:t>المستقبلية</a:t>
            </a:r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6A900B3-1044-2778-720F-9852DF0390DB}"/>
              </a:ext>
            </a:extLst>
          </p:cNvPr>
          <p:cNvSpPr/>
          <p:nvPr/>
        </p:nvSpPr>
        <p:spPr>
          <a:xfrm rot="6476755">
            <a:off x="7573123" y="-1150874"/>
            <a:ext cx="1930028" cy="2747078"/>
          </a:xfrm>
          <a:custGeom>
            <a:avLst/>
            <a:gdLst/>
            <a:ahLst/>
            <a:cxnLst/>
            <a:rect l="l" t="t" r="r" b="b"/>
            <a:pathLst>
              <a:path w="5557987" h="7604211">
                <a:moveTo>
                  <a:pt x="0" y="0"/>
                </a:moveTo>
                <a:lnTo>
                  <a:pt x="5557987" y="0"/>
                </a:lnTo>
                <a:lnTo>
                  <a:pt x="5557987" y="7604211"/>
                </a:lnTo>
                <a:lnTo>
                  <a:pt x="0" y="7604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66057803-E228-F363-C668-64E2943C7EBE}"/>
              </a:ext>
            </a:extLst>
          </p:cNvPr>
          <p:cNvSpPr/>
          <p:nvPr/>
        </p:nvSpPr>
        <p:spPr>
          <a:xfrm rot="-3296879">
            <a:off x="-456802" y="5217359"/>
            <a:ext cx="1726277" cy="2610967"/>
          </a:xfrm>
          <a:custGeom>
            <a:avLst/>
            <a:gdLst/>
            <a:ahLst/>
            <a:cxnLst/>
            <a:rect l="l" t="t" r="r" b="b"/>
            <a:pathLst>
              <a:path w="5557987" h="7604211">
                <a:moveTo>
                  <a:pt x="0" y="0"/>
                </a:moveTo>
                <a:lnTo>
                  <a:pt x="5557988" y="0"/>
                </a:lnTo>
                <a:lnTo>
                  <a:pt x="5557988" y="7604212"/>
                </a:lnTo>
                <a:lnTo>
                  <a:pt x="0" y="7604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09AC7-1885-352A-6AA4-266F590CF0CD}"/>
              </a:ext>
            </a:extLst>
          </p:cNvPr>
          <p:cNvSpPr txBox="1"/>
          <p:nvPr/>
        </p:nvSpPr>
        <p:spPr>
          <a:xfrm>
            <a:off x="2286000" y="64113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ar-EG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0488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9F93E4-C44D-777C-B299-E863F5DC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723028-DC02-05F1-9787-3AEBE033EB67}"/>
              </a:ext>
            </a:extLst>
          </p:cNvPr>
          <p:cNvSpPr txBox="1">
            <a:spLocks/>
          </p:cNvSpPr>
          <p:nvPr/>
        </p:nvSpPr>
        <p:spPr>
          <a:xfrm>
            <a:off x="511419" y="2819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/>
            <a:r>
              <a:rPr lang="ar-SA" sz="2400" dirty="0">
                <a:cs typeface="(AH) Manal Black" pitchFamily="2" charset="-78"/>
              </a:rPr>
              <a:t>العمل المستقبلي</a:t>
            </a:r>
            <a:r>
              <a:rPr lang="en-US" sz="2400" dirty="0">
                <a:cs typeface="(AH) Manal Black" pitchFamily="2" charset="-78"/>
              </a:rPr>
              <a:t> </a:t>
            </a:r>
            <a:r>
              <a:rPr lang="en-US" sz="2400" b="1" dirty="0"/>
              <a:t>Future Work | 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321A1-23FD-3B45-60D3-EC43A110B8DA}"/>
              </a:ext>
            </a:extLst>
          </p:cNvPr>
          <p:cNvSpPr txBox="1"/>
          <p:nvPr/>
        </p:nvSpPr>
        <p:spPr>
          <a:xfrm>
            <a:off x="5867400" y="1099622"/>
            <a:ext cx="280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b="1" dirty="0"/>
              <a:t>التطويرات المستقبلية المقترحة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871921-682D-0941-9545-7C3DF540A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443359"/>
              </p:ext>
            </p:extLst>
          </p:nvPr>
        </p:nvGraphicFramePr>
        <p:xfrm>
          <a:off x="1000125" y="1552576"/>
          <a:ext cx="6267450" cy="2879151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3133725">
                  <a:extLst>
                    <a:ext uri="{9D8B030D-6E8A-4147-A177-3AD203B41FA5}">
                      <a16:colId xmlns:a16="http://schemas.microsoft.com/office/drawing/2014/main" val="2599849023"/>
                    </a:ext>
                  </a:extLst>
                </a:gridCol>
                <a:gridCol w="3133725">
                  <a:extLst>
                    <a:ext uri="{9D8B030D-6E8A-4147-A177-3AD203B41FA5}">
                      <a16:colId xmlns:a16="http://schemas.microsoft.com/office/drawing/2014/main" val="2822644367"/>
                    </a:ext>
                  </a:extLst>
                </a:gridCol>
              </a:tblGrid>
              <a:tr h="409347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العنصر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التطوير المستقبلي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909874"/>
                  </a:ext>
                </a:extLst>
              </a:tr>
              <a:tr h="41163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استخدام</a:t>
                      </a: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 </a:t>
                      </a: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للتنبؤ بارتفاع الحرارة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526208"/>
                  </a:ext>
                </a:extLst>
              </a:tr>
              <a:tr h="41163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Systems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ربط النظام بغرف التحكم المركزية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197664"/>
                  </a:ext>
                </a:extLst>
              </a:tr>
              <a:tr h="41163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Renewable Energy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تشغيل النظام بالطاقة الشمسية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66266"/>
                  </a:ext>
                </a:extLst>
              </a:tr>
              <a:tr h="41163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Sensors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إضافة حساسات إجهاد و</a:t>
                      </a:r>
                      <a:r>
                        <a:rPr lang="ar-EG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تسريب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459221"/>
                  </a:ext>
                </a:extLst>
              </a:tr>
              <a:tr h="41163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Cooling System</a:t>
                      </a: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cs typeface="+mj-cs"/>
                        </a:rPr>
                        <a:t>تطوير</a:t>
                      </a:r>
                      <a:r>
                        <a:rPr lang="ar-EG" sz="1600" dirty="0">
                          <a:cs typeface="+mj-cs"/>
                        </a:rPr>
                        <a:t> النظام</a:t>
                      </a:r>
                      <a:r>
                        <a:rPr lang="en-US" sz="1600" dirty="0">
                          <a:cs typeface="+mj-cs"/>
                        </a:rPr>
                        <a:t> </a:t>
                      </a:r>
                      <a:r>
                        <a:rPr lang="en-US" sz="1600" dirty="0" err="1">
                          <a:cs typeface="+mj-cs"/>
                        </a:rPr>
                        <a:t>ليعمل</a:t>
                      </a:r>
                      <a:r>
                        <a:rPr lang="en-US" sz="1600">
                          <a:cs typeface="+mj-cs"/>
                        </a:rPr>
                        <a:t> </a:t>
                      </a: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Heating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717817"/>
                  </a:ext>
                </a:extLst>
              </a:tr>
              <a:tr h="411634"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Railway Deployment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8F0F2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تطبيق النظام على خطوط حقيقية</a:t>
                      </a:r>
                      <a:endParaRPr lang="en-US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rgbClr val="F8B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5594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C374C3-A335-3CC6-D44B-015F3EB19B45}"/>
              </a:ext>
            </a:extLst>
          </p:cNvPr>
          <p:cNvSpPr txBox="1"/>
          <p:nvPr/>
        </p:nvSpPr>
        <p:spPr>
          <a:xfrm>
            <a:off x="3876675" y="4517452"/>
            <a:ext cx="465772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b="1" dirty="0"/>
              <a:t>النقاط التي تحتاج مزيد من الدراسة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1600" dirty="0"/>
              <a:t>تحسين كفاءة نظام التبريد الصناعي</a:t>
            </a:r>
            <a:endParaRPr lang="ar-EG" sz="16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1600" dirty="0"/>
              <a:t>دراسة استهلاك الطاقة للنظام</a:t>
            </a:r>
            <a:endParaRPr lang="ar-EG" sz="16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1600" dirty="0"/>
              <a:t>اختبار النظام لمسافات طويلة</a:t>
            </a:r>
            <a:endParaRPr lang="ar-EG" sz="16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1600" dirty="0"/>
              <a:t>تطوير نظام إنذار ذكي متكامل</a:t>
            </a:r>
            <a:endParaRPr lang="ar-EG" sz="16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1600" dirty="0"/>
              <a:t>دراسة التكامل الكامل مع</a:t>
            </a:r>
            <a:r>
              <a:rPr lang="en-US" sz="1600" dirty="0"/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ETCS</a:t>
            </a:r>
            <a:r>
              <a:rPr lang="en-US" sz="1600" dirty="0"/>
              <a:t> </a:t>
            </a:r>
            <a:r>
              <a:rPr lang="ar-SA" sz="1600" dirty="0"/>
              <a:t>و</a:t>
            </a:r>
            <a:r>
              <a:rPr lang="en-US" sz="1600" dirty="0"/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CBTC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9BFAEDC-688E-FA73-816C-B14FD33D0D9B}"/>
              </a:ext>
            </a:extLst>
          </p:cNvPr>
          <p:cNvSpPr/>
          <p:nvPr/>
        </p:nvSpPr>
        <p:spPr>
          <a:xfrm rot="-10800000" flipV="1">
            <a:off x="187762" y="200619"/>
            <a:ext cx="1743966" cy="1887733"/>
          </a:xfrm>
          <a:custGeom>
            <a:avLst/>
            <a:gdLst/>
            <a:ahLst/>
            <a:cxnLst/>
            <a:rect l="l" t="t" r="r" b="b"/>
            <a:pathLst>
              <a:path w="3748209" h="4114800">
                <a:moveTo>
                  <a:pt x="0" y="4114800"/>
                </a:moveTo>
                <a:lnTo>
                  <a:pt x="3748209" y="4114800"/>
                </a:lnTo>
                <a:lnTo>
                  <a:pt x="374820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34C94D04-50C9-BA8C-B337-BA89BB70961C}"/>
              </a:ext>
            </a:extLst>
          </p:cNvPr>
          <p:cNvSpPr/>
          <p:nvPr/>
        </p:nvSpPr>
        <p:spPr>
          <a:xfrm rot="-10800000">
            <a:off x="189324" y="4428924"/>
            <a:ext cx="1743966" cy="2292551"/>
          </a:xfrm>
          <a:custGeom>
            <a:avLst/>
            <a:gdLst/>
            <a:ahLst/>
            <a:cxnLst/>
            <a:rect l="l" t="t" r="r" b="b"/>
            <a:pathLst>
              <a:path w="3748209" h="4114800">
                <a:moveTo>
                  <a:pt x="0" y="0"/>
                </a:moveTo>
                <a:lnTo>
                  <a:pt x="3748209" y="0"/>
                </a:lnTo>
                <a:lnTo>
                  <a:pt x="37482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73D2DC15-0CA2-64A6-1D9D-406C54780D00}"/>
              </a:ext>
            </a:extLst>
          </p:cNvPr>
          <p:cNvSpPr/>
          <p:nvPr/>
        </p:nvSpPr>
        <p:spPr>
          <a:xfrm flipV="1">
            <a:off x="7210710" y="4428922"/>
            <a:ext cx="1743967" cy="2292551"/>
          </a:xfrm>
          <a:custGeom>
            <a:avLst/>
            <a:gdLst/>
            <a:ahLst/>
            <a:cxnLst/>
            <a:rect l="l" t="t" r="r" b="b"/>
            <a:pathLst>
              <a:path w="3748209" h="4114800">
                <a:moveTo>
                  <a:pt x="0" y="4114800"/>
                </a:moveTo>
                <a:lnTo>
                  <a:pt x="3748209" y="4114800"/>
                </a:lnTo>
                <a:lnTo>
                  <a:pt x="374820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E8ACEB43-4598-D944-33FE-CEA124367895}"/>
              </a:ext>
            </a:extLst>
          </p:cNvPr>
          <p:cNvSpPr/>
          <p:nvPr/>
        </p:nvSpPr>
        <p:spPr>
          <a:xfrm>
            <a:off x="7217020" y="136525"/>
            <a:ext cx="1743967" cy="1951827"/>
          </a:xfrm>
          <a:custGeom>
            <a:avLst/>
            <a:gdLst/>
            <a:ahLst/>
            <a:cxnLst/>
            <a:rect l="l" t="t" r="r" b="b"/>
            <a:pathLst>
              <a:path w="3748209" h="4114800">
                <a:moveTo>
                  <a:pt x="0" y="0"/>
                </a:moveTo>
                <a:lnTo>
                  <a:pt x="3748209" y="0"/>
                </a:lnTo>
                <a:lnTo>
                  <a:pt x="37482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83F91E2-8FB8-6CD5-2010-CCDFB96C9990}"/>
              </a:ext>
            </a:extLst>
          </p:cNvPr>
          <p:cNvSpPr/>
          <p:nvPr/>
        </p:nvSpPr>
        <p:spPr>
          <a:xfrm>
            <a:off x="3525159" y="136525"/>
            <a:ext cx="2098431" cy="363415"/>
          </a:xfrm>
          <a:custGeom>
            <a:avLst/>
            <a:gdLst/>
            <a:ahLst/>
            <a:cxnLst/>
            <a:rect l="l" t="t" r="r" b="b"/>
            <a:pathLst>
              <a:path w="5518805" h="839171">
                <a:moveTo>
                  <a:pt x="0" y="0"/>
                </a:moveTo>
                <a:lnTo>
                  <a:pt x="5518804" y="0"/>
                </a:lnTo>
                <a:lnTo>
                  <a:pt x="5518804" y="839171"/>
                </a:lnTo>
                <a:lnTo>
                  <a:pt x="0" y="8391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7B9E25-8AF7-7FE4-7F82-2D8D3E1D1074}"/>
              </a:ext>
            </a:extLst>
          </p:cNvPr>
          <p:cNvSpPr txBox="1"/>
          <p:nvPr/>
        </p:nvSpPr>
        <p:spPr>
          <a:xfrm>
            <a:off x="4169019" y="63521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r>
              <a:rPr lang="ar-EG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8710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657252-EEA1-2566-1246-A166E1DD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3DE8375-5D18-0314-DDD3-542317DD7C6A}"/>
              </a:ext>
            </a:extLst>
          </p:cNvPr>
          <p:cNvSpPr/>
          <p:nvPr/>
        </p:nvSpPr>
        <p:spPr>
          <a:xfrm>
            <a:off x="1" y="0"/>
            <a:ext cx="2133600" cy="2086050"/>
          </a:xfrm>
          <a:custGeom>
            <a:avLst/>
            <a:gdLst/>
            <a:ahLst/>
            <a:cxnLst/>
            <a:rect l="l" t="t" r="r" b="b"/>
            <a:pathLst>
              <a:path w="6169487" h="6402298">
                <a:moveTo>
                  <a:pt x="0" y="0"/>
                </a:moveTo>
                <a:lnTo>
                  <a:pt x="6169487" y="0"/>
                </a:lnTo>
                <a:lnTo>
                  <a:pt x="6169487" y="6402298"/>
                </a:lnTo>
                <a:lnTo>
                  <a:pt x="0" y="6402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6350E762-8EC0-9A94-EB88-A49738EECBE7}"/>
              </a:ext>
            </a:extLst>
          </p:cNvPr>
          <p:cNvSpPr/>
          <p:nvPr/>
        </p:nvSpPr>
        <p:spPr>
          <a:xfrm rot="10800000">
            <a:off x="7010397" y="4826663"/>
            <a:ext cx="2133601" cy="2031327"/>
          </a:xfrm>
          <a:custGeom>
            <a:avLst/>
            <a:gdLst/>
            <a:ahLst/>
            <a:cxnLst/>
            <a:rect l="l" t="t" r="r" b="b"/>
            <a:pathLst>
              <a:path w="6169487" h="6402298">
                <a:moveTo>
                  <a:pt x="0" y="0"/>
                </a:moveTo>
                <a:lnTo>
                  <a:pt x="6169487" y="0"/>
                </a:lnTo>
                <a:lnTo>
                  <a:pt x="6169487" y="6402298"/>
                </a:lnTo>
                <a:lnTo>
                  <a:pt x="0" y="6402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0E13506A-C5B1-92BC-FB76-26F0205EF927}"/>
              </a:ext>
            </a:extLst>
          </p:cNvPr>
          <p:cNvSpPr/>
          <p:nvPr/>
        </p:nvSpPr>
        <p:spPr>
          <a:xfrm>
            <a:off x="8103870" y="0"/>
            <a:ext cx="1040130" cy="1074419"/>
          </a:xfrm>
          <a:custGeom>
            <a:avLst/>
            <a:gdLst/>
            <a:ahLst/>
            <a:cxnLst/>
            <a:rect l="l" t="t" r="r" b="b"/>
            <a:pathLst>
              <a:path w="2756483" h="2756483">
                <a:moveTo>
                  <a:pt x="0" y="0"/>
                </a:moveTo>
                <a:lnTo>
                  <a:pt x="2756483" y="0"/>
                </a:lnTo>
                <a:lnTo>
                  <a:pt x="2756483" y="2756483"/>
                </a:lnTo>
                <a:lnTo>
                  <a:pt x="0" y="2756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AAC71C71-2A8C-A73B-0777-39156CBC84FC}"/>
              </a:ext>
            </a:extLst>
          </p:cNvPr>
          <p:cNvSpPr/>
          <p:nvPr/>
        </p:nvSpPr>
        <p:spPr>
          <a:xfrm>
            <a:off x="0" y="5772151"/>
            <a:ext cx="1040130" cy="1074419"/>
          </a:xfrm>
          <a:custGeom>
            <a:avLst/>
            <a:gdLst/>
            <a:ahLst/>
            <a:cxnLst/>
            <a:rect l="l" t="t" r="r" b="b"/>
            <a:pathLst>
              <a:path w="2756483" h="2756483">
                <a:moveTo>
                  <a:pt x="0" y="0"/>
                </a:moveTo>
                <a:lnTo>
                  <a:pt x="2756483" y="0"/>
                </a:lnTo>
                <a:lnTo>
                  <a:pt x="2756483" y="2756483"/>
                </a:lnTo>
                <a:lnTo>
                  <a:pt x="0" y="2756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D3ABAA49-A628-A274-E19A-935B1612C7F2}"/>
              </a:ext>
            </a:extLst>
          </p:cNvPr>
          <p:cNvSpPr/>
          <p:nvPr/>
        </p:nvSpPr>
        <p:spPr>
          <a:xfrm>
            <a:off x="1474470" y="2424828"/>
            <a:ext cx="5909310" cy="2141006"/>
          </a:xfrm>
          <a:custGeom>
            <a:avLst/>
            <a:gdLst/>
            <a:ahLst/>
            <a:cxnLst/>
            <a:rect l="l" t="t" r="r" b="b"/>
            <a:pathLst>
              <a:path w="13360754" h="5660101">
                <a:moveTo>
                  <a:pt x="0" y="0"/>
                </a:moveTo>
                <a:lnTo>
                  <a:pt x="13360754" y="0"/>
                </a:lnTo>
                <a:lnTo>
                  <a:pt x="13360754" y="5660102"/>
                </a:lnTo>
                <a:lnTo>
                  <a:pt x="0" y="56601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87F8E284-D886-607F-ABA2-B4F382450F03}"/>
              </a:ext>
            </a:extLst>
          </p:cNvPr>
          <p:cNvSpPr txBox="1"/>
          <p:nvPr/>
        </p:nvSpPr>
        <p:spPr>
          <a:xfrm>
            <a:off x="1" y="1937786"/>
            <a:ext cx="8938943" cy="1991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747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8D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0388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</TotalTime>
  <Words>825</Words>
  <Application>Microsoft Office PowerPoint</Application>
  <PresentationFormat>On-screen Show (4:3)</PresentationFormat>
  <Paragraphs>231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(AH) Manal Black</vt:lpstr>
      <vt:lpstr>Arial</vt:lpstr>
      <vt:lpstr>Calibri</vt:lpstr>
      <vt:lpstr>IBM Plex Sans Arabic Bold</vt:lpstr>
      <vt:lpstr>Times New Roman</vt:lpstr>
      <vt:lpstr>Office Theme</vt:lpstr>
      <vt:lpstr>Project Title | عنوان المشروع Active Rail Cooling and Thermal Signaling System for Railway Safety نـظــام الــتـبـريـد الـنـشــط للـقـضـبـان ونـظـام الإشــارات الـحـراريـة لســلامـة الســكـك الـحـديـديـة </vt:lpstr>
      <vt:lpstr>PowerPoint Presentation</vt:lpstr>
      <vt:lpstr>PowerPoint Presentation</vt:lpstr>
      <vt:lpstr>Problem Statement | المشكلة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M Mohey</cp:lastModifiedBy>
  <cp:revision>22</cp:revision>
  <dcterms:created xsi:type="dcterms:W3CDTF">2013-01-27T09:14:16Z</dcterms:created>
  <dcterms:modified xsi:type="dcterms:W3CDTF">2026-06-13T19:32:38Z</dcterms:modified>
  <cp:category/>
</cp:coreProperties>
</file>